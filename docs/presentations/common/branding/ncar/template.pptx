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256" r:id="rId2"/>
    <p:sldId id="257" r:id="rId3"/>
  </p:sldIdLst>
  <p:sldSz cx="12192000" cy="6858000"/>
  <p:notesSz cx="6858000" cy="9144000"/>
  <p:embeddedFontLst>
    <p:embeddedFont>
      <p:font typeface="Poppins" pitchFamily="2" charset="77"/>
      <p:regular r:id="rId5"/>
      <p:bold r:id="rId6"/>
      <p:italic r:id="rId7"/>
      <p:boldItalic r:id="rId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A4E77B2-646B-D647-8523-6BC70DEF2CD6}">
          <p14:sldIdLst>
            <p14:sldId id="256"/>
            <p14:sldId id="25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7931" autoAdjust="0"/>
    <p:restoredTop sz="94726" autoAdjust="0"/>
  </p:normalViewPr>
  <p:slideViewPr>
    <p:cSldViewPr snapToGrid="0" snapToObjects="1">
      <p:cViewPr varScale="1">
        <p:scale>
          <a:sx n="128" d="100"/>
          <a:sy n="128" d="100"/>
        </p:scale>
        <p:origin x="968" y="17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font" Target="fonts/font3.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theme" Target="theme/theme1.xml"/><Relationship Id="rId5" Type="http://schemas.openxmlformats.org/officeDocument/2006/relationships/font" Target="fonts/font1.fntdata"/><Relationship Id="rId10" Type="http://schemas.openxmlformats.org/officeDocument/2006/relationships/viewProps" Target="viewProps.xml"/><Relationship Id="rId4" Type="http://schemas.openxmlformats.org/officeDocument/2006/relationships/notesMaster" Target="notesMasters/notes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 White" preserve="1" userDrawn="1">
  <p:cSld name="Title Slide">
    <p:spTree>
      <p:nvGrpSpPr>
        <p:cNvPr id="1" name="Shape 7"/>
        <p:cNvGrpSpPr/>
        <p:nvPr/>
      </p:nvGrpSpPr>
      <p:grpSpPr>
        <a:xfrm>
          <a:off x="0" y="0"/>
          <a:ext cx="0" cy="0"/>
          <a:chOff x="0" y="0"/>
          <a:chExt cx="0" cy="0"/>
        </a:xfrm>
      </p:grpSpPr>
      <p:pic>
        <p:nvPicPr>
          <p:cNvPr id="3" name="Picture 2">
            <a:extLst>
              <a:ext uri="{FF2B5EF4-FFF2-40B4-BE49-F238E27FC236}">
                <a16:creationId xmlns:a16="http://schemas.microsoft.com/office/drawing/2014/main" id="{6867151D-82FD-1E9B-34F2-6D4A2736906C}"/>
              </a:ext>
            </a:extLst>
          </p:cNvPr>
          <p:cNvPicPr>
            <a:picLocks noChangeAspect="1"/>
          </p:cNvPicPr>
          <p:nvPr userDrawn="1"/>
        </p:nvPicPr>
        <p:blipFill>
          <a:blip r:embed="rId2"/>
          <a:srcRect l="146" r="24636" b="11978"/>
          <a:stretch>
            <a:fillRect/>
          </a:stretch>
        </p:blipFill>
        <p:spPr>
          <a:xfrm>
            <a:off x="6200502" y="0"/>
            <a:ext cx="5991497" cy="6858000"/>
          </a:xfrm>
          <a:prstGeom prst="rect">
            <a:avLst/>
          </a:prstGeom>
        </p:spPr>
      </p:pic>
      <p:pic>
        <p:nvPicPr>
          <p:cNvPr id="9" name="Google Shape;9;p2" title="NCAR-Cover-White.png"/>
          <p:cNvPicPr preferRelativeResize="0"/>
          <p:nvPr/>
        </p:nvPicPr>
        <p:blipFill rotWithShape="1">
          <a:blip r:embed="rId3">
            <a:alphaModFix/>
          </a:blip>
          <a:srcRect r="28377"/>
          <a:stretch/>
        </p:blipFill>
        <p:spPr>
          <a:xfrm>
            <a:off x="0" y="0"/>
            <a:ext cx="8732301" cy="6858000"/>
          </a:xfrm>
          <a:prstGeom prst="rect">
            <a:avLst/>
          </a:prstGeom>
          <a:noFill/>
          <a:ln>
            <a:noFill/>
          </a:ln>
        </p:spPr>
      </p:pic>
      <p:pic>
        <p:nvPicPr>
          <p:cNvPr id="11" name="Google Shape;11;p2" title="NCAR-Logo-Blue.png"/>
          <p:cNvPicPr preferRelativeResize="0">
            <a:picLocks noChangeAspect="1"/>
          </p:cNvPicPr>
          <p:nvPr/>
        </p:nvPicPr>
        <p:blipFill>
          <a:blip r:embed="rId4">
            <a:alphaModFix/>
          </a:blip>
          <a:stretch>
            <a:fillRect/>
          </a:stretch>
        </p:blipFill>
        <p:spPr>
          <a:xfrm>
            <a:off x="383095" y="655501"/>
            <a:ext cx="5497115" cy="1434556"/>
          </a:xfrm>
          <a:prstGeom prst="rect">
            <a:avLst/>
          </a:prstGeom>
          <a:noFill/>
          <a:ln>
            <a:noFill/>
          </a:ln>
        </p:spPr>
      </p:pic>
      <p:sp>
        <p:nvSpPr>
          <p:cNvPr id="2" name="Slide Number Placeholder 4">
            <a:extLst>
              <a:ext uri="{FF2B5EF4-FFF2-40B4-BE49-F238E27FC236}">
                <a16:creationId xmlns:a16="http://schemas.microsoft.com/office/drawing/2014/main" id="{4F87F4AD-06D0-6BE9-AB08-521C1B183DDD}"/>
              </a:ext>
            </a:extLst>
          </p:cNvPr>
          <p:cNvSpPr txBox="1">
            <a:spLocks/>
          </p:cNvSpPr>
          <p:nvPr userDrawn="1"/>
        </p:nvSpPr>
        <p:spPr>
          <a:xfrm>
            <a:off x="11409045" y="6333135"/>
            <a:ext cx="731600" cy="524800"/>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a:p>
        </p:txBody>
      </p:sp>
      <p:sp>
        <p:nvSpPr>
          <p:cNvPr id="4" name="Google Shape;87;p13">
            <a:extLst>
              <a:ext uri="{FF2B5EF4-FFF2-40B4-BE49-F238E27FC236}">
                <a16:creationId xmlns:a16="http://schemas.microsoft.com/office/drawing/2014/main" id="{B6682575-1901-A61C-F16F-595E8D16E9F8}"/>
              </a:ext>
            </a:extLst>
          </p:cNvPr>
          <p:cNvSpPr/>
          <p:nvPr userDrawn="1"/>
        </p:nvSpPr>
        <p:spPr>
          <a:xfrm>
            <a:off x="0" y="2955073"/>
            <a:ext cx="151075" cy="2226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6" name="Google Shape;90;p13">
            <a:extLst>
              <a:ext uri="{FF2B5EF4-FFF2-40B4-BE49-F238E27FC236}">
                <a16:creationId xmlns:a16="http://schemas.microsoft.com/office/drawing/2014/main" id="{D6258EEB-EAA6-87D4-0EC0-1E7FB3E611A8}"/>
              </a:ext>
            </a:extLst>
          </p:cNvPr>
          <p:cNvSpPr txBox="1"/>
          <p:nvPr userDrawn="1"/>
        </p:nvSpPr>
        <p:spPr>
          <a:xfrm>
            <a:off x="691024" y="6199095"/>
            <a:ext cx="4483141" cy="648022"/>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baseline="0" dirty="0">
                <a:solidFill>
                  <a:schemeClr val="bg1">
                    <a:lumMod val="50000"/>
                  </a:schemeClr>
                </a:solidFill>
                <a:latin typeface="+mn-lt"/>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baseline="0" dirty="0">
              <a:solidFill>
                <a:schemeClr val="bg1">
                  <a:lumMod val="50000"/>
                </a:schemeClr>
              </a:solidFill>
              <a:latin typeface="+mn-lt"/>
              <a:ea typeface="Poppins"/>
              <a:cs typeface="Poppins"/>
              <a:sym typeface="Poppins"/>
            </a:endParaRPr>
          </a:p>
        </p:txBody>
      </p:sp>
      <p:cxnSp>
        <p:nvCxnSpPr>
          <p:cNvPr id="7" name="Google Shape;89;p13">
            <a:extLst>
              <a:ext uri="{FF2B5EF4-FFF2-40B4-BE49-F238E27FC236}">
                <a16:creationId xmlns:a16="http://schemas.microsoft.com/office/drawing/2014/main" id="{9FB3A171-FBA4-51BF-5CED-EF984843C726}"/>
              </a:ext>
            </a:extLst>
          </p:cNvPr>
          <p:cNvCxnSpPr>
            <a:cxnSpLocks/>
          </p:cNvCxnSpPr>
          <p:nvPr userDrawn="1"/>
        </p:nvCxnSpPr>
        <p:spPr>
          <a:xfrm>
            <a:off x="691024" y="4705291"/>
            <a:ext cx="603900" cy="0"/>
          </a:xfrm>
          <a:prstGeom prst="straightConnector1">
            <a:avLst/>
          </a:prstGeom>
          <a:noFill/>
          <a:ln w="28575" cap="flat" cmpd="sng">
            <a:solidFill>
              <a:schemeClr val="accent1"/>
            </a:solidFill>
            <a:prstDash val="solid"/>
            <a:round/>
            <a:headEnd type="none" w="med" len="med"/>
            <a:tailEnd type="none" w="med" len="med"/>
          </a:ln>
        </p:spPr>
      </p:cxnSp>
      <p:sp>
        <p:nvSpPr>
          <p:cNvPr id="8" name="Title 1">
            <a:extLst>
              <a:ext uri="{FF2B5EF4-FFF2-40B4-BE49-F238E27FC236}">
                <a16:creationId xmlns:a16="http://schemas.microsoft.com/office/drawing/2014/main" id="{EBCA9B8C-692F-6F25-46BC-31E593487B2A}"/>
              </a:ext>
            </a:extLst>
          </p:cNvPr>
          <p:cNvSpPr>
            <a:spLocks noGrp="1"/>
          </p:cNvSpPr>
          <p:nvPr>
            <p:ph type="ctrTitle"/>
          </p:nvPr>
        </p:nvSpPr>
        <p:spPr>
          <a:xfrm>
            <a:off x="691024" y="2955073"/>
            <a:ext cx="5509478" cy="1683309"/>
          </a:xfrm>
          <a:noFill/>
        </p:spPr>
        <p:txBody>
          <a:bodyPr/>
          <a:lstStyle>
            <a:lvl1pPr>
              <a:defRPr sz="2800" b="1" baseline="0"/>
            </a:lvl1pPr>
          </a:lstStyle>
          <a:p>
            <a:r>
              <a:rPr lang="en-US" dirty="0"/>
              <a:t>Click to edit Master title style</a:t>
            </a:r>
          </a:p>
        </p:txBody>
      </p:sp>
      <p:sp>
        <p:nvSpPr>
          <p:cNvPr id="12" name="Subtitle 2">
            <a:extLst>
              <a:ext uri="{FF2B5EF4-FFF2-40B4-BE49-F238E27FC236}">
                <a16:creationId xmlns:a16="http://schemas.microsoft.com/office/drawing/2014/main" id="{C30243C7-2711-9997-42A1-3703A60F912A}"/>
              </a:ext>
            </a:extLst>
          </p:cNvPr>
          <p:cNvSpPr>
            <a:spLocks noGrp="1"/>
          </p:cNvSpPr>
          <p:nvPr>
            <p:ph type="subTitle" idx="1"/>
          </p:nvPr>
        </p:nvSpPr>
        <p:spPr>
          <a:xfrm>
            <a:off x="691024" y="4778477"/>
            <a:ext cx="5509478" cy="1291021"/>
          </a:xfrm>
          <a:prstGeom prst="rect">
            <a:avLst/>
          </a:prstGeom>
        </p:spPr>
        <p:txBody>
          <a:bodyPr anchor="ctr" anchorCtr="0"/>
          <a:lstStyle>
            <a:lvl1pPr marL="0" indent="0" algn="l">
              <a:buNone/>
              <a:defRPr sz="1800" baseline="0">
                <a:solidFill>
                  <a:schemeClr val="tx1"/>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4" name="TextBox 13">
            <a:extLst>
              <a:ext uri="{FF2B5EF4-FFF2-40B4-BE49-F238E27FC236}">
                <a16:creationId xmlns:a16="http://schemas.microsoft.com/office/drawing/2014/main" id="{13740CD1-EC2D-D9A9-53B7-B76C0632E37D}"/>
              </a:ext>
            </a:extLst>
          </p:cNvPr>
          <p:cNvSpPr txBox="1"/>
          <p:nvPr userDrawn="1"/>
        </p:nvSpPr>
        <p:spPr>
          <a:xfrm>
            <a:off x="675552" y="2563100"/>
            <a:ext cx="4844302" cy="307777"/>
          </a:xfrm>
          <a:prstGeom prst="rect">
            <a:avLst/>
          </a:prstGeom>
          <a:noFill/>
        </p:spPr>
        <p:txBody>
          <a:bodyPr wrap="square" anchor="ctr" anchorCtr="0">
            <a:spAutoFit/>
          </a:bodyPr>
          <a:lstStyle/>
          <a:p>
            <a:fld id="{E218F613-5810-D04F-B822-6772AD528273}" type="datetime4">
              <a:rPr lang="en-US" sz="1400" b="1" cap="all" baseline="0" smtClean="0"/>
              <a:pPr/>
              <a:t>April 22, 2026</a:t>
            </a:fld>
            <a:endParaRPr lang="en-US" sz="1400" b="1" cap="all" baseline="0" dirty="0"/>
          </a:p>
        </p:txBody>
      </p:sp>
      <p:sp>
        <p:nvSpPr>
          <p:cNvPr id="5" name="Slide Number Placeholder 5">
            <a:extLst>
              <a:ext uri="{FF2B5EF4-FFF2-40B4-BE49-F238E27FC236}">
                <a16:creationId xmlns:a16="http://schemas.microsoft.com/office/drawing/2014/main" id="{34A6C262-CDA0-EDB1-2AC2-FFCD3EDF5E91}"/>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Date Placeholder 4">
            <a:extLst>
              <a:ext uri="{FF2B5EF4-FFF2-40B4-BE49-F238E27FC236}">
                <a16:creationId xmlns:a16="http://schemas.microsoft.com/office/drawing/2014/main" id="{2B6AD2BA-BE48-2071-356C-379C4FE4F04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13" name="Footer Placeholder 6">
            <a:extLst>
              <a:ext uri="{FF2B5EF4-FFF2-40B4-BE49-F238E27FC236}">
                <a16:creationId xmlns:a16="http://schemas.microsoft.com/office/drawing/2014/main" id="{11B4CD95-6513-D8A0-9F1F-34F66817456E}"/>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213789154"/>
      </p:ext>
    </p:extLst>
  </p:cSld>
  <p:clrMapOvr>
    <a:masterClrMapping/>
  </p:clrMapOvr>
  <p:extLst>
    <p:ext uri="{DCECCB84-F9BA-43D5-87BE-67443E8EF086}">
      <p15:sldGuideLst xmlns:p15="http://schemas.microsoft.com/office/powerpoint/2012/main">
        <p15:guide id="1" pos="432">
          <p15:clr>
            <a:srgbClr val="E46962"/>
          </p15:clr>
        </p15:guide>
        <p15:guide id="2" pos="2880">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p>
            <a:r>
              <a:rPr lang="en-US"/>
              <a:t>Click to edit Master title style</a:t>
            </a:r>
          </a:p>
        </p:txBody>
      </p:sp>
      <p:sp>
        <p:nvSpPr>
          <p:cNvPr id="3" name="Slide Number Placeholder 5">
            <a:extLst>
              <a:ext uri="{FF2B5EF4-FFF2-40B4-BE49-F238E27FC236}">
                <a16:creationId xmlns:a16="http://schemas.microsoft.com/office/drawing/2014/main" id="{DE55E6F4-F503-8139-B06C-594972EDCC66}"/>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646D-489E-60FE-7A18-9CDC45D41807}"/>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4458514-F400-26C7-7288-45B54DD965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909AA338-C5F6-2612-8A95-BBE47D6054A0}"/>
              </a:ext>
            </a:extLst>
          </p:cNvPr>
          <p:cNvSpPr>
            <a:spLocks noGrp="1"/>
          </p:cNvSpPr>
          <p:nvPr>
            <p:ph type="dt" sz="half" idx="11"/>
          </p:nvPr>
        </p:nvSpPr>
        <p:spPr/>
        <p:txBody>
          <a:bodyPr/>
          <a:lstStyle/>
          <a:p>
            <a:fld id="{34459720-2A4C-D342-9515-00AC0588A96C}" type="datetimeFigureOut">
              <a:rPr lang="en-US" smtClean="0"/>
              <a:t>4/22/26</a:t>
            </a:fld>
            <a:endParaRPr lang="en-US"/>
          </a:p>
        </p:txBody>
      </p:sp>
      <p:sp>
        <p:nvSpPr>
          <p:cNvPr id="5" name="Footer Placeholder 4">
            <a:extLst>
              <a:ext uri="{FF2B5EF4-FFF2-40B4-BE49-F238E27FC236}">
                <a16:creationId xmlns:a16="http://schemas.microsoft.com/office/drawing/2014/main" id="{7911FF1B-B65F-DC84-C2A5-47B7C47CA3BD}"/>
              </a:ext>
            </a:extLst>
          </p:cNvPr>
          <p:cNvSpPr>
            <a:spLocks noGrp="1"/>
          </p:cNvSpPr>
          <p:nvPr>
            <p:ph type="ftr" sz="quarter" idx="12"/>
          </p:nvPr>
        </p:nvSpPr>
        <p:spPr>
          <a:xfrm>
            <a:off x="555265" y="6556499"/>
            <a:ext cx="4114800" cy="182799"/>
          </a:xfrm>
          <a:prstGeom prst="rect">
            <a:avLst/>
          </a:prstGeom>
        </p:spPr>
        <p:txBody>
          <a:bodyPr/>
          <a:lstStyle/>
          <a:p>
            <a:endParaRPr lang="en-US"/>
          </a:p>
        </p:txBody>
      </p:sp>
    </p:spTree>
    <p:extLst>
      <p:ext uri="{BB962C8B-B14F-4D97-AF65-F5344CB8AC3E}">
        <p14:creationId xmlns:p14="http://schemas.microsoft.com/office/powerpoint/2010/main" val="24565708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786384"/>
            <a:ext cx="11430000" cy="5486400"/>
          </a:xfrm>
          <a:prstGeom prst="rect">
            <a:avLst/>
          </a:prstGeom>
        </p:spPr>
        <p:txBody>
          <a:bodyPr/>
          <a:lstStyle>
            <a:lvl1pPr marL="228600" indent="-228600">
              <a:buClrTx/>
              <a:buFontTx/>
              <a:buNone/>
              <a:defRPr baseline="0">
                <a:latin typeface="Poppins" pitchFamily="2" charset="77"/>
              </a:defRPr>
            </a:lvl1pPr>
            <a:lvl2pPr marL="457200" indent="-228600">
              <a:buFont typeface="Arial" panose="020B0604020202020204" pitchFamily="34" charset="0"/>
              <a:buChar char="•"/>
              <a:defRPr baseline="0"/>
            </a:lvl2pPr>
            <a:lvl3pPr marL="914400" indent="-228600">
              <a:buFont typeface="Wingdings" pitchFamily="2" charset="2"/>
              <a:buChar char="§"/>
              <a:defRPr baseline="0"/>
            </a:lvl3pPr>
            <a:lvl4pPr marL="1371600" indent="-228600">
              <a:defRPr baseline="0"/>
            </a:lvl4pPr>
            <a:lvl5pPr marL="1828800" indent="-228600">
              <a:defRPr baseline="0"/>
            </a:lvl5pPr>
          </a:lstStyle>
          <a:p>
            <a:pPr lvl="0"/>
            <a:endParaRPr lang="en-US" dirty="0"/>
          </a:p>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16C1CE93-3040-4E7C-AF01-3DC2EF8F8C7E}"/>
              </a:ext>
            </a:extLst>
          </p:cNvPr>
          <p:cNvSpPr>
            <a:spLocks noGrp="1"/>
          </p:cNvSpPr>
          <p:nvPr>
            <p:ph type="title"/>
          </p:nvPr>
        </p:nvSpPr>
        <p:spPr>
          <a:xfrm>
            <a:off x="381000" y="0"/>
            <a:ext cx="9905999" cy="457200"/>
          </a:xfrm>
        </p:spPr>
        <p:txBody>
          <a:bodyPr/>
          <a:lstStyle/>
          <a:p>
            <a:r>
              <a:rPr lang="en-US" dirty="0"/>
              <a:t>Click to edit Master title style</a:t>
            </a:r>
          </a:p>
        </p:txBody>
      </p:sp>
      <p:sp>
        <p:nvSpPr>
          <p:cNvPr id="11" name="Slide Number Placeholder 5">
            <a:extLst>
              <a:ext uri="{FF2B5EF4-FFF2-40B4-BE49-F238E27FC236}">
                <a16:creationId xmlns:a16="http://schemas.microsoft.com/office/drawing/2014/main" id="{6AFDE7CA-02E9-BF8D-B70C-37475DB92919}"/>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Date Placeholder 4">
            <a:extLst>
              <a:ext uri="{FF2B5EF4-FFF2-40B4-BE49-F238E27FC236}">
                <a16:creationId xmlns:a16="http://schemas.microsoft.com/office/drawing/2014/main" id="{C1C6B9FB-9E6D-7963-D1E9-DADB1518FF68}"/>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4" name="Footer Placeholder 6">
            <a:extLst>
              <a:ext uri="{FF2B5EF4-FFF2-40B4-BE49-F238E27FC236}">
                <a16:creationId xmlns:a16="http://schemas.microsoft.com/office/drawing/2014/main" id="{91AAE2BC-D897-0CA6-8BBD-AC001562D4C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4406900"/>
            <a:ext cx="10972800" cy="1371600"/>
          </a:xfrm>
          <a:prstGeom prst="rect">
            <a:avLst/>
          </a:prstGeom>
        </p:spPr>
        <p:txBody>
          <a:bodyPr anchor="t"/>
          <a:lstStyle>
            <a:lvl1pPr algn="l">
              <a:defRPr sz="4000" b="1" cap="small" baseline="0">
                <a:solidFill>
                  <a:schemeClr val="tx1"/>
                </a:solidFill>
                <a:latin typeface="Poppins" pitchFamily="2" charset="77"/>
              </a:defRPr>
            </a:lvl1pPr>
          </a:lstStyle>
          <a:p>
            <a:r>
              <a:rPr lang="en-US" dirty="0"/>
              <a:t>Click to edit Master title style</a:t>
            </a:r>
          </a:p>
        </p:txBody>
      </p:sp>
      <p:sp>
        <p:nvSpPr>
          <p:cNvPr id="3" name="Text Placeholder 2"/>
          <p:cNvSpPr>
            <a:spLocks noGrp="1"/>
          </p:cNvSpPr>
          <p:nvPr>
            <p:ph type="body" idx="1"/>
          </p:nvPr>
        </p:nvSpPr>
        <p:spPr>
          <a:xfrm>
            <a:off x="609600" y="2560320"/>
            <a:ext cx="10972800" cy="1828800"/>
          </a:xfrm>
          <a:prstGeom prst="rect">
            <a:avLst/>
          </a:prstGeo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Slide Number Placeholder 5">
            <a:extLst>
              <a:ext uri="{FF2B5EF4-FFF2-40B4-BE49-F238E27FC236}">
                <a16:creationId xmlns:a16="http://schemas.microsoft.com/office/drawing/2014/main" id="{FC0B6802-E68E-6161-D5A8-87793D9776EB}"/>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68A9EDD1-4B41-9FEA-B502-10B14890AC01}"/>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6" name="Footer Placeholder 6">
            <a:extLst>
              <a:ext uri="{FF2B5EF4-FFF2-40B4-BE49-F238E27FC236}">
                <a16:creationId xmlns:a16="http://schemas.microsoft.com/office/drawing/2014/main" id="{45184FA6-E749-CC87-5ED0-206998A07D5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baseline="0">
                <a:solidFill>
                  <a:schemeClr val="tx1"/>
                </a:solidFill>
              </a:defRPr>
            </a:lvl1pPr>
          </a:lstStyle>
          <a:p>
            <a:r>
              <a:rPr lang="en-US" dirty="0"/>
              <a:t>Click to edit Master title style</a:t>
            </a:r>
          </a:p>
        </p:txBody>
      </p:sp>
      <p:sp>
        <p:nvSpPr>
          <p:cNvPr id="3" name="Content Placeholder 2"/>
          <p:cNvSpPr>
            <a:spLocks noGrp="1"/>
          </p:cNvSpPr>
          <p:nvPr>
            <p:ph sz="half" idx="1"/>
          </p:nvPr>
        </p:nvSpPr>
        <p:spPr>
          <a:xfrm>
            <a:off x="320040" y="786384"/>
            <a:ext cx="5715000" cy="5486400"/>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786384"/>
            <a:ext cx="5715000" cy="5486400"/>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70FEC3C9-9B7B-D61A-73C1-617F8C24160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A913B050-A9E8-4587-EAB4-F432AAE36F84}"/>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7" name="Footer Placeholder 6">
            <a:extLst>
              <a:ext uri="{FF2B5EF4-FFF2-40B4-BE49-F238E27FC236}">
                <a16:creationId xmlns:a16="http://schemas.microsoft.com/office/drawing/2014/main" id="{440B2241-EE2C-B587-40E7-00677B4849AD}"/>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32004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5" name="Text Placeholder 4"/>
          <p:cNvSpPr>
            <a:spLocks noGrp="1"/>
          </p:cNvSpPr>
          <p:nvPr>
            <p:ph type="body" sz="quarter" idx="3"/>
          </p:nvPr>
        </p:nvSpPr>
        <p:spPr>
          <a:xfrm>
            <a:off x="612648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8" name="Slide Number Placeholder 5">
            <a:extLst>
              <a:ext uri="{FF2B5EF4-FFF2-40B4-BE49-F238E27FC236}">
                <a16:creationId xmlns:a16="http://schemas.microsoft.com/office/drawing/2014/main" id="{C30DE9D8-BF0A-6CD3-1373-CA0B438EB45A}"/>
              </a:ext>
            </a:extLst>
          </p:cNvPr>
          <p:cNvSpPr>
            <a:spLocks noGrp="1"/>
          </p:cNvSpPr>
          <p:nvPr>
            <p:ph type="sldNum" sz="quarter" idx="10"/>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Content Placeholder 2">
            <a:extLst>
              <a:ext uri="{FF2B5EF4-FFF2-40B4-BE49-F238E27FC236}">
                <a16:creationId xmlns:a16="http://schemas.microsoft.com/office/drawing/2014/main" id="{E42C53FE-9BBD-5288-0E88-05B370AA1256}"/>
              </a:ext>
            </a:extLst>
          </p:cNvPr>
          <p:cNvSpPr>
            <a:spLocks noGrp="1"/>
          </p:cNvSpPr>
          <p:nvPr>
            <p:ph sz="half" idx="11"/>
          </p:nvPr>
        </p:nvSpPr>
        <p:spPr>
          <a:xfrm>
            <a:off x="320040" y="1327868"/>
            <a:ext cx="5715000" cy="4958632"/>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a:extLst>
              <a:ext uri="{FF2B5EF4-FFF2-40B4-BE49-F238E27FC236}">
                <a16:creationId xmlns:a16="http://schemas.microsoft.com/office/drawing/2014/main" id="{EC667219-84D4-DAC6-11DF-4C9DA2BDB985}"/>
              </a:ext>
            </a:extLst>
          </p:cNvPr>
          <p:cNvSpPr>
            <a:spLocks noGrp="1"/>
          </p:cNvSpPr>
          <p:nvPr>
            <p:ph sz="half" idx="2"/>
          </p:nvPr>
        </p:nvSpPr>
        <p:spPr>
          <a:xfrm>
            <a:off x="6126480" y="1327868"/>
            <a:ext cx="5715000" cy="4958632"/>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4">
            <a:extLst>
              <a:ext uri="{FF2B5EF4-FFF2-40B4-BE49-F238E27FC236}">
                <a16:creationId xmlns:a16="http://schemas.microsoft.com/office/drawing/2014/main" id="{8EC862D1-08BD-A013-DA4C-13BF09ED8E2D}"/>
              </a:ext>
            </a:extLst>
          </p:cNvPr>
          <p:cNvSpPr>
            <a:spLocks noGrp="1"/>
          </p:cNvSpPr>
          <p:nvPr>
            <p:ph type="dt" sz="half" idx="1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6" name="Footer Placeholder 6">
            <a:extLst>
              <a:ext uri="{FF2B5EF4-FFF2-40B4-BE49-F238E27FC236}">
                <a16:creationId xmlns:a16="http://schemas.microsoft.com/office/drawing/2014/main" id="{BD18E1DB-680E-BEA6-19A6-D05A67627770}"/>
              </a:ext>
            </a:extLst>
          </p:cNvPr>
          <p:cNvSpPr>
            <a:spLocks noGrp="1"/>
          </p:cNvSpPr>
          <p:nvPr>
            <p:ph type="ftr" sz="quarter" idx="1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786384"/>
            <a:ext cx="4011084" cy="905314"/>
          </a:xfrm>
          <a:prstGeom prst="rect">
            <a:avLst/>
          </a:prstGeo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4766733" y="786384"/>
            <a:ext cx="6815667" cy="5486400"/>
          </a:xfrm>
          <a:prstGeom prst="rect">
            <a:avLst/>
          </a:prstGeom>
        </p:spPr>
        <p:txBody>
          <a:bodyPr/>
          <a:lstStyle>
            <a:lvl1pPr>
              <a:buNone/>
              <a:defRPr sz="3200"/>
            </a:lvl1pPr>
            <a:lvl2pPr>
              <a:buFont typeface="Arial" panose="020B0604020202020204" pitchFamily="34" charset="0"/>
              <a:buChar char="•"/>
              <a:defRPr sz="2800"/>
            </a:lvl2pPr>
            <a:lvl3pPr>
              <a:buFont typeface="Wingdings" pitchFamily="2" charset="2"/>
              <a:buChar cha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807029"/>
            <a:ext cx="4011084" cy="4521324"/>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FF489C22-2F81-0C19-A124-AF79A8694B1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6C8B6243-C805-5FF2-4848-F6C2B5CAF9EB}"/>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7" name="Footer Placeholder 6">
            <a:extLst>
              <a:ext uri="{FF2B5EF4-FFF2-40B4-BE49-F238E27FC236}">
                <a16:creationId xmlns:a16="http://schemas.microsoft.com/office/drawing/2014/main" id="{42EAF9C2-F88B-CDBC-6E05-DBA84123693C}"/>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5159828"/>
            <a:ext cx="7315200" cy="566739"/>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972003"/>
            <a:ext cx="7315200" cy="4114800"/>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726566"/>
            <a:ext cx="7315200" cy="8048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69332CD5-1372-11E9-E54D-AB006AD3A7C8}"/>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7AB8E099-8869-8E89-6A26-1DC79410AC0F}"/>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7" name="Footer Placeholder 6">
            <a:extLst>
              <a:ext uri="{FF2B5EF4-FFF2-40B4-BE49-F238E27FC236}">
                <a16:creationId xmlns:a16="http://schemas.microsoft.com/office/drawing/2014/main" id="{E8B2FA44-FACE-7B02-F8EC-E271187398BA}"/>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66899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81000" y="785190"/>
            <a:ext cx="11430000" cy="5486400"/>
          </a:xfrm>
          <a:prstGeom prst="rect">
            <a:avLst/>
          </a:prstGeom>
        </p:spPr>
        <p:txBody>
          <a:bodyPr vert="horz" lIns="91440" tIns="45720" rIns="91440" bIns="45720" rtlCol="0">
            <a:normAutofit/>
          </a:bodyPr>
          <a:lstStyle/>
          <a:p>
            <a:pPr lvl="0"/>
            <a:endParaRPr lang="en-US" dirty="0"/>
          </a:p>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4"/>
            <a:endParaRPr lang="en-US" dirty="0"/>
          </a:p>
        </p:txBody>
      </p:sp>
      <p:sp>
        <p:nvSpPr>
          <p:cNvPr id="6" name="Slide Number Placeholder 5"/>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Title Placeholder 1"/>
          <p:cNvSpPr>
            <a:spLocks noGrp="1"/>
          </p:cNvSpPr>
          <p:nvPr>
            <p:ph type="title"/>
          </p:nvPr>
        </p:nvSpPr>
        <p:spPr>
          <a:xfrm>
            <a:off x="381000" y="0"/>
            <a:ext cx="9528884" cy="457200"/>
          </a:xfrm>
          <a:prstGeom prst="rect">
            <a:avLst/>
          </a:prstGeom>
        </p:spPr>
        <p:txBody>
          <a:bodyPr vert="horz" lIns="91440" tIns="45720" rIns="91440" bIns="45720" rtlCol="0" anchor="ctr">
            <a:noAutofit/>
          </a:bodyPr>
          <a:lstStyle/>
          <a:p>
            <a:r>
              <a:rPr lang="en-US" dirty="0"/>
              <a:t>Click to edit Master title style</a:t>
            </a:r>
          </a:p>
        </p:txBody>
      </p:sp>
      <p:pic>
        <p:nvPicPr>
          <p:cNvPr id="10" name="Google Shape;19;p4" title="NCAR-Logo-Blue.png">
            <a:extLst>
              <a:ext uri="{FF2B5EF4-FFF2-40B4-BE49-F238E27FC236}">
                <a16:creationId xmlns:a16="http://schemas.microsoft.com/office/drawing/2014/main" id="{5878C8AA-DB45-5ED2-CCA1-9D047E6C768C}"/>
              </a:ext>
            </a:extLst>
          </p:cNvPr>
          <p:cNvPicPr preferRelativeResize="0">
            <a:picLocks noChangeAspect="1"/>
          </p:cNvPicPr>
          <p:nvPr userDrawn="1"/>
        </p:nvPicPr>
        <p:blipFill>
          <a:blip r:embed="rId11">
            <a:alphaModFix/>
          </a:blip>
          <a:stretch>
            <a:fillRect/>
          </a:stretch>
        </p:blipFill>
        <p:spPr>
          <a:xfrm>
            <a:off x="9909884" y="-10841"/>
            <a:ext cx="2279349" cy="595196"/>
          </a:xfrm>
          <a:prstGeom prst="rect">
            <a:avLst/>
          </a:prstGeom>
          <a:noFill/>
          <a:ln>
            <a:noFill/>
          </a:ln>
        </p:spPr>
      </p:pic>
      <p:sp>
        <p:nvSpPr>
          <p:cNvPr id="15" name="Rectangle 14">
            <a:extLst>
              <a:ext uri="{FF2B5EF4-FFF2-40B4-BE49-F238E27FC236}">
                <a16:creationId xmlns:a16="http://schemas.microsoft.com/office/drawing/2014/main" id="{9F3988B7-4F87-A347-6312-542509313FD0}"/>
              </a:ext>
            </a:extLst>
          </p:cNvPr>
          <p:cNvSpPr/>
          <p:nvPr userDrawn="1"/>
        </p:nvSpPr>
        <p:spPr>
          <a:xfrm>
            <a:off x="13014" y="11151"/>
            <a:ext cx="118872" cy="4572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F929A09-8FDF-C271-0049-7621BF8B74F3}"/>
              </a:ext>
            </a:extLst>
          </p:cNvPr>
          <p:cNvCxnSpPr>
            <a:cxnSpLocks/>
          </p:cNvCxnSpPr>
          <p:nvPr userDrawn="1"/>
        </p:nvCxnSpPr>
        <p:spPr>
          <a:xfrm>
            <a:off x="381000" y="501804"/>
            <a:ext cx="9528884" cy="0"/>
          </a:xfrm>
          <a:prstGeom prst="line">
            <a:avLst/>
          </a:prstGeom>
          <a:ln>
            <a:solidFill>
              <a:schemeClr val="tx1">
                <a:lumMod val="50000"/>
              </a:schemeClr>
            </a:solidFill>
          </a:ln>
        </p:spPr>
        <p:style>
          <a:lnRef idx="1">
            <a:schemeClr val="accent6"/>
          </a:lnRef>
          <a:fillRef idx="0">
            <a:schemeClr val="accent6"/>
          </a:fillRef>
          <a:effectRef idx="0">
            <a:schemeClr val="accent6"/>
          </a:effectRef>
          <a:fontRef idx="minor">
            <a:schemeClr val="tx1"/>
          </a:fontRef>
        </p:style>
      </p:cxnSp>
      <p:cxnSp>
        <p:nvCxnSpPr>
          <p:cNvPr id="19" name="Google Shape;39;p7">
            <a:extLst>
              <a:ext uri="{FF2B5EF4-FFF2-40B4-BE49-F238E27FC236}">
                <a16:creationId xmlns:a16="http://schemas.microsoft.com/office/drawing/2014/main" id="{6E7B69E4-A190-173D-EE5A-B194E1283F41}"/>
              </a:ext>
            </a:extLst>
          </p:cNvPr>
          <p:cNvCxnSpPr>
            <a:cxnSpLocks/>
          </p:cNvCxnSpPr>
          <p:nvPr userDrawn="1"/>
        </p:nvCxnSpPr>
        <p:spPr>
          <a:xfrm>
            <a:off x="512955" y="6566438"/>
            <a:ext cx="0" cy="150000"/>
          </a:xfrm>
          <a:prstGeom prst="straightConnector1">
            <a:avLst/>
          </a:prstGeom>
          <a:noFill/>
          <a:ln w="12700" cap="flat" cmpd="sng">
            <a:solidFill>
              <a:schemeClr val="dk1"/>
            </a:solidFill>
            <a:prstDash val="solid"/>
            <a:round/>
            <a:headEnd type="none" w="med" len="med"/>
            <a:tailEnd type="none" w="med" len="med"/>
          </a:ln>
        </p:spPr>
      </p:cxnSp>
      <p:pic>
        <p:nvPicPr>
          <p:cNvPr id="27" name="Picture 26">
            <a:extLst>
              <a:ext uri="{FF2B5EF4-FFF2-40B4-BE49-F238E27FC236}">
                <a16:creationId xmlns:a16="http://schemas.microsoft.com/office/drawing/2014/main" id="{D713502E-6FCA-D6D2-39D2-10D0855A1E74}"/>
              </a:ext>
            </a:extLst>
          </p:cNvPr>
          <p:cNvPicPr>
            <a:picLocks noChangeAspect="1"/>
          </p:cNvPicPr>
          <p:nvPr userDrawn="1"/>
        </p:nvPicPr>
        <p:blipFill>
          <a:blip r:embed="rId12"/>
          <a:stretch>
            <a:fillRect/>
          </a:stretch>
        </p:blipFill>
        <p:spPr>
          <a:xfrm rot="5400000" flipV="1">
            <a:off x="5124526" y="2394238"/>
            <a:ext cx="6857690" cy="2047531"/>
          </a:xfrm>
          <a:prstGeom prst="rect">
            <a:avLst/>
          </a:prstGeom>
        </p:spPr>
      </p:pic>
      <p:sp>
        <p:nvSpPr>
          <p:cNvPr id="5" name="Date Placeholder 4">
            <a:extLst>
              <a:ext uri="{FF2B5EF4-FFF2-40B4-BE49-F238E27FC236}">
                <a16:creationId xmlns:a16="http://schemas.microsoft.com/office/drawing/2014/main" id="{23F364EA-80EE-8FD2-A19F-409B01A60FB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4" name="Footer Placeholder 6">
            <a:extLst>
              <a:ext uri="{FF2B5EF4-FFF2-40B4-BE49-F238E27FC236}">
                <a16:creationId xmlns:a16="http://schemas.microsoft.com/office/drawing/2014/main" id="{C3EDFC53-4628-443B-C420-419022E1866B}"/>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58" r:id="rId1"/>
    <p:sldLayoutId id="2147483654" r:id="rId2"/>
    <p:sldLayoutId id="2147483671" r:id="rId3"/>
    <p:sldLayoutId id="2147483650" r:id="rId4"/>
    <p:sldLayoutId id="2147483651" r:id="rId5"/>
    <p:sldLayoutId id="2147483652" r:id="rId6"/>
    <p:sldLayoutId id="2147483653" r:id="rId7"/>
    <p:sldLayoutId id="2147483656" r:id="rId8"/>
    <p:sldLayoutId id="2147483657" r:id="rId9"/>
  </p:sldLayoutIdLst>
  <p:hf hdr="0" ftr="0"/>
  <p:txStyles>
    <p:titleStyle>
      <a:lvl1pPr algn="l" defTabSz="457189" rtl="0" eaLnBrk="1" latinLnBrk="0" hangingPunct="1">
        <a:spcBef>
          <a:spcPct val="0"/>
        </a:spcBef>
        <a:buNone/>
        <a:defRPr sz="2800" b="1" kern="1200" baseline="0">
          <a:solidFill>
            <a:schemeClr val="tx1"/>
          </a:solidFill>
          <a:latin typeface="+mj-lt"/>
          <a:ea typeface="+mj-ea"/>
          <a:cs typeface="+mj-cs"/>
        </a:defRPr>
      </a:lvl1pPr>
    </p:titleStyle>
    <p:bodyStyle>
      <a:lvl1pPr marL="0" indent="0" algn="l" defTabSz="457189" rtl="0" eaLnBrk="1" latinLnBrk="0" hangingPunct="1">
        <a:spcBef>
          <a:spcPct val="20000"/>
        </a:spcBef>
        <a:buFont typeface="Arial"/>
        <a:buNone/>
        <a:defRPr sz="2800" b="0" kern="1200" baseline="0">
          <a:solidFill>
            <a:schemeClr val="tx1"/>
          </a:solidFill>
          <a:latin typeface="Poppins" pitchFamily="2" charset="77"/>
          <a:ea typeface="+mn-ea"/>
          <a:cs typeface="+mn-cs"/>
        </a:defRPr>
      </a:lvl1pPr>
      <a:lvl2pPr marL="457200" indent="-228600" algn="l" defTabSz="457189" rtl="0" eaLnBrk="1" latinLnBrk="0" hangingPunct="1">
        <a:spcBef>
          <a:spcPct val="20000"/>
        </a:spcBef>
        <a:buFont typeface="Arial" panose="020B0604020202020204" pitchFamily="34" charset="0"/>
        <a:buChar char="•"/>
        <a:defRPr sz="2400" kern="1200" baseline="0">
          <a:solidFill>
            <a:schemeClr val="tx1"/>
          </a:solidFill>
          <a:latin typeface="Poppins" pitchFamily="2" charset="77"/>
          <a:ea typeface="+mn-ea"/>
          <a:cs typeface="+mn-cs"/>
        </a:defRPr>
      </a:lvl2pPr>
      <a:lvl3pPr marL="914400" indent="-228600" algn="l" defTabSz="457189" rtl="0" eaLnBrk="1" latinLnBrk="0" hangingPunct="1">
        <a:spcBef>
          <a:spcPct val="20000"/>
        </a:spcBef>
        <a:buFont typeface="Wingdings" pitchFamily="2" charset="2"/>
        <a:buChar char="§"/>
        <a:defRPr sz="2000" kern="1200" baseline="0">
          <a:solidFill>
            <a:schemeClr val="tx1"/>
          </a:solidFill>
          <a:latin typeface="Poppins" pitchFamily="2" charset="77"/>
          <a:ea typeface="+mn-ea"/>
          <a:cs typeface="+mn-cs"/>
        </a:defRPr>
      </a:lvl3pPr>
      <a:lvl4pPr marL="1371600" indent="-228600" algn="l" defTabSz="457189" rtl="0" eaLnBrk="1" latinLnBrk="0" hangingPunct="1">
        <a:spcBef>
          <a:spcPct val="20000"/>
        </a:spcBef>
        <a:buFont typeface="Arial"/>
        <a:buChar char="–"/>
        <a:defRPr sz="1800" kern="1200" baseline="0">
          <a:solidFill>
            <a:schemeClr val="tx1"/>
          </a:solidFill>
          <a:latin typeface="Poppins" pitchFamily="2" charset="77"/>
          <a:ea typeface="+mn-ea"/>
          <a:cs typeface="+mn-cs"/>
        </a:defRPr>
      </a:lvl4pPr>
      <a:lvl5pPr marL="1828800" indent="-228600" algn="l" defTabSz="457189" rtl="0" eaLnBrk="1" latinLnBrk="0" hangingPunct="1">
        <a:spcBef>
          <a:spcPct val="20000"/>
        </a:spcBef>
        <a:buFont typeface="Arial"/>
        <a:buChar char="»"/>
        <a:defRPr sz="1400" kern="1200" baseline="0">
          <a:solidFill>
            <a:schemeClr val="tx1"/>
          </a:solidFill>
          <a:latin typeface="Poppins" pitchFamily="2" charset="77"/>
          <a:ea typeface="+mn-ea"/>
          <a:cs typeface="+mn-cs"/>
        </a:defRPr>
      </a:lvl5pPr>
      <a:lvl6pPr marL="2743131" indent="-457189" algn="l" defTabSz="457189" rtl="0" eaLnBrk="1" latinLnBrk="0" hangingPunct="1">
        <a:spcBef>
          <a:spcPct val="20000"/>
        </a:spcBef>
        <a:buFont typeface="Arial"/>
        <a:buChar char="•"/>
        <a:defRPr sz="2000" kern="1200">
          <a:solidFill>
            <a:schemeClr val="tx1"/>
          </a:solidFill>
          <a:latin typeface="+mn-lt"/>
          <a:ea typeface="+mn-ea"/>
          <a:cs typeface="+mn-cs"/>
        </a:defRPr>
      </a:lvl6pPr>
      <a:lvl7pPr marL="3200320" indent="-457189" algn="l" defTabSz="457189" rtl="0" eaLnBrk="1" latinLnBrk="0" hangingPunct="1">
        <a:spcBef>
          <a:spcPct val="20000"/>
        </a:spcBef>
        <a:buFont typeface="Arial"/>
        <a:buChar char="•"/>
        <a:defRPr sz="2000" kern="1200">
          <a:solidFill>
            <a:schemeClr val="tx1"/>
          </a:solidFill>
          <a:latin typeface="+mn-lt"/>
          <a:ea typeface="+mn-ea"/>
          <a:cs typeface="+mn-cs"/>
        </a:defRPr>
      </a:lvl7pPr>
      <a:lvl8pPr marL="3657509" indent="-457189" algn="l" defTabSz="457189" rtl="0" eaLnBrk="1" latinLnBrk="0" hangingPunct="1">
        <a:spcBef>
          <a:spcPct val="20000"/>
        </a:spcBef>
        <a:buFont typeface="Arial"/>
        <a:buChar char="•"/>
        <a:defRPr sz="2000" kern="1200">
          <a:solidFill>
            <a:schemeClr val="tx1"/>
          </a:solidFill>
          <a:latin typeface="+mn-lt"/>
          <a:ea typeface="+mn-ea"/>
          <a:cs typeface="+mn-cs"/>
        </a:defRPr>
      </a:lvl8pPr>
      <a:lvl9pPr marL="4114697" indent="-457189"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07A675D-01D0-DD4C-5F6E-1DA05F611123}"/>
              </a:ext>
            </a:extLst>
          </p:cNvPr>
          <p:cNvSpPr>
            <a:spLocks noGrp="1"/>
          </p:cNvSpPr>
          <p:nvPr>
            <p:ph type="sldNum" idx="4"/>
          </p:nvPr>
        </p:nvSpPr>
        <p:spPr>
          <a:xfrm>
            <a:off x="11409045" y="6333135"/>
            <a:ext cx="731600" cy="524800"/>
          </a:xfrm>
          <a:prstGeom prst="rect">
            <a:avLst/>
          </a:prstGeom>
        </p:spPr>
        <p:txBody>
          <a:bodyPr/>
          <a:lstStyle/>
          <a:p>
            <a:fld id="{C5EF2332-01BF-834F-8236-50238282D533}" type="slidenum">
              <a:rPr lang="en-US" smtClean="0"/>
              <a:t>1</a:t>
            </a:fld>
            <a:endParaRPr lang="en-US"/>
          </a:p>
        </p:txBody>
      </p:sp>
      <p:sp>
        <p:nvSpPr>
          <p:cNvPr id="6" name="Google Shape;87;p13">
            <a:extLst>
              <a:ext uri="{FF2B5EF4-FFF2-40B4-BE49-F238E27FC236}">
                <a16:creationId xmlns:a16="http://schemas.microsoft.com/office/drawing/2014/main" id="{0D720EB8-2D4B-3F10-ACFC-E726EA794C6A}"/>
              </a:ext>
            </a:extLst>
          </p:cNvPr>
          <p:cNvSpPr/>
          <p:nvPr/>
        </p:nvSpPr>
        <p:spPr>
          <a:xfrm>
            <a:off x="0" y="3624956"/>
            <a:ext cx="155400" cy="1556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7" name="Google Shape;88;p13">
            <a:extLst>
              <a:ext uri="{FF2B5EF4-FFF2-40B4-BE49-F238E27FC236}">
                <a16:creationId xmlns:a16="http://schemas.microsoft.com/office/drawing/2014/main" id="{596C5206-B323-6404-16D8-21DB74188FFA}"/>
              </a:ext>
            </a:extLst>
          </p:cNvPr>
          <p:cNvSpPr txBox="1"/>
          <p:nvPr/>
        </p:nvSpPr>
        <p:spPr>
          <a:xfrm>
            <a:off x="691025" y="2928056"/>
            <a:ext cx="3886200" cy="2950500"/>
          </a:xfrm>
          <a:prstGeom prst="rect">
            <a:avLst/>
          </a:prstGeom>
          <a:noFill/>
          <a:ln>
            <a:noFill/>
          </a:ln>
        </p:spPr>
        <p:txBody>
          <a:bodyPr spcFirstLastPara="1" wrap="square" lIns="0" tIns="0" rIns="0" bIns="0" anchor="ctr" anchorCtr="0">
            <a:noAutofit/>
          </a:bodyPr>
          <a:lstStyle/>
          <a:p>
            <a:pPr marL="0" lvl="0" indent="0" algn="l" rtl="0">
              <a:lnSpc>
                <a:spcPct val="95000"/>
              </a:lnSpc>
              <a:spcBef>
                <a:spcPts val="700"/>
              </a:spcBef>
              <a:spcAft>
                <a:spcPts val="0"/>
              </a:spcAft>
              <a:buNone/>
            </a:pPr>
            <a:r>
              <a:rPr lang="en" sz="2800" b="1" dirty="0">
                <a:solidFill>
                  <a:schemeClr val="dk1"/>
                </a:solidFill>
                <a:latin typeface="Poppins"/>
                <a:ea typeface="Poppins"/>
                <a:cs typeface="Poppins"/>
                <a:sym typeface="Poppins"/>
              </a:rPr>
              <a:t>Shorter title and cover content lorem sit ipsum</a:t>
            </a: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r>
              <a:rPr lang="en" sz="1600" b="1" dirty="0">
                <a:solidFill>
                  <a:schemeClr val="dk1"/>
                </a:solidFill>
                <a:latin typeface="Poppins"/>
                <a:ea typeface="Poppins"/>
                <a:cs typeface="Poppins"/>
                <a:sym typeface="Poppins"/>
              </a:rPr>
              <a:t>Presenter Name(s) Here</a:t>
            </a:r>
            <a:endParaRPr sz="1600" b="1" dirty="0">
              <a:solidFill>
                <a:schemeClr val="dk1"/>
              </a:solidFill>
              <a:latin typeface="Poppins"/>
              <a:ea typeface="Poppins"/>
              <a:cs typeface="Poppins"/>
              <a:sym typeface="Poppins"/>
            </a:endParaRPr>
          </a:p>
          <a:p>
            <a:pPr marL="0" lvl="0" indent="0" algn="l" rtl="0">
              <a:spcBef>
                <a:spcPts val="0"/>
              </a:spcBef>
              <a:spcAft>
                <a:spcPts val="500"/>
              </a:spcAft>
              <a:buNone/>
            </a:pPr>
            <a:r>
              <a:rPr lang="en" sz="1600" dirty="0">
                <a:solidFill>
                  <a:schemeClr val="dk1"/>
                </a:solidFill>
                <a:latin typeface="Poppins"/>
                <a:ea typeface="Poppins"/>
                <a:cs typeface="Poppins"/>
                <a:sym typeface="Poppins"/>
              </a:rPr>
              <a:t>Presenter Title </a:t>
            </a:r>
            <a:r>
              <a:rPr lang="en" sz="1600" dirty="0" err="1">
                <a:solidFill>
                  <a:schemeClr val="dk1"/>
                </a:solidFill>
                <a:latin typeface="Poppins"/>
                <a:ea typeface="Poppins"/>
                <a:cs typeface="Poppins"/>
                <a:sym typeface="Poppins"/>
              </a:rPr>
              <a:t>nonummy</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cilum</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ut</a:t>
            </a:r>
            <a:r>
              <a:rPr lang="en" sz="1600" dirty="0">
                <a:solidFill>
                  <a:schemeClr val="dk1"/>
                </a:solidFill>
                <a:latin typeface="Poppins"/>
                <a:ea typeface="Poppins"/>
                <a:cs typeface="Poppins"/>
                <a:sym typeface="Poppins"/>
              </a:rPr>
              <a:t> labore</a:t>
            </a:r>
            <a:endParaRPr dirty="0">
              <a:solidFill>
                <a:schemeClr val="dk1"/>
              </a:solidFill>
              <a:latin typeface="Poppins"/>
              <a:ea typeface="Poppins"/>
              <a:cs typeface="Poppins"/>
              <a:sym typeface="Poppins"/>
            </a:endParaRPr>
          </a:p>
        </p:txBody>
      </p:sp>
      <p:cxnSp>
        <p:nvCxnSpPr>
          <p:cNvPr id="10" name="Google Shape;89;p13">
            <a:extLst>
              <a:ext uri="{FF2B5EF4-FFF2-40B4-BE49-F238E27FC236}">
                <a16:creationId xmlns:a16="http://schemas.microsoft.com/office/drawing/2014/main" id="{73E36900-1E4E-63A1-1871-2D2A7010F0E4}"/>
              </a:ext>
            </a:extLst>
          </p:cNvPr>
          <p:cNvCxnSpPr/>
          <p:nvPr/>
        </p:nvCxnSpPr>
        <p:spPr>
          <a:xfrm>
            <a:off x="691024" y="4694140"/>
            <a:ext cx="603900" cy="0"/>
          </a:xfrm>
          <a:prstGeom prst="straightConnector1">
            <a:avLst/>
          </a:prstGeom>
          <a:noFill/>
          <a:ln w="28575" cap="flat" cmpd="sng">
            <a:solidFill>
              <a:schemeClr val="accent1"/>
            </a:solidFill>
            <a:prstDash val="solid"/>
            <a:round/>
            <a:headEnd type="none" w="med" len="med"/>
            <a:tailEnd type="none" w="med" len="med"/>
          </a:ln>
        </p:spPr>
      </p:cxnSp>
    </p:spTree>
    <p:extLst>
      <p:ext uri="{BB962C8B-B14F-4D97-AF65-F5344CB8AC3E}">
        <p14:creationId xmlns:p14="http://schemas.microsoft.com/office/powerpoint/2010/main" val="3258611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CCC822-28CF-6D5E-AF56-499D36CA079C}"/>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195F48F4-D1DD-B2ED-F838-7C40252CF4A4}"/>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07BEB894-8135-A0C4-B809-0D7C441C2A34}"/>
              </a:ext>
            </a:extLst>
          </p:cNvPr>
          <p:cNvSpPr>
            <a:spLocks noGrp="1"/>
          </p:cNvSpPr>
          <p:nvPr>
            <p:ph type="sldNum" sz="quarter" idx="4"/>
          </p:nvPr>
        </p:nvSpPr>
        <p:spPr/>
        <p:txBody>
          <a:bodyPr/>
          <a:lstStyle/>
          <a:p>
            <a:fld id="{C5EF2332-01BF-834F-8236-50238282D533}" type="slidenum">
              <a:rPr lang="en-US" smtClean="0"/>
              <a:pPr/>
              <a:t>2</a:t>
            </a:fld>
            <a:endParaRPr lang="en-US" dirty="0">
              <a:solidFill>
                <a:schemeClr val="tx1"/>
              </a:solidFill>
            </a:endParaRPr>
          </a:p>
        </p:txBody>
      </p:sp>
    </p:spTree>
    <p:extLst>
      <p:ext uri="{BB962C8B-B14F-4D97-AF65-F5344CB8AC3E}">
        <p14:creationId xmlns:p14="http://schemas.microsoft.com/office/powerpoint/2010/main" val="2851739403"/>
      </p:ext>
    </p:extLst>
  </p:cSld>
  <p:clrMapOvr>
    <a:masterClrMapping/>
  </p:clrMapOvr>
</p:sld>
</file>

<file path=ppt/theme/theme1.xml><?xml version="1.0" encoding="utf-8"?>
<a:theme xmlns:a="http://schemas.openxmlformats.org/drawingml/2006/main" name="NCAR Theme">
  <a:themeElements>
    <a:clrScheme name="NCAR_UCAR_Colors_2026">
      <a:dk1>
        <a:srgbClr val="00357A"/>
      </a:dk1>
      <a:lt1>
        <a:srgbClr val="FFFFFF"/>
      </a:lt1>
      <a:dk2>
        <a:srgbClr val="0057C2"/>
      </a:dk2>
      <a:lt2>
        <a:srgbClr val="F1F0EE"/>
      </a:lt2>
      <a:accent1>
        <a:srgbClr val="42C0FF"/>
      </a:accent1>
      <a:accent2>
        <a:srgbClr val="971B21"/>
      </a:accent2>
      <a:accent3>
        <a:srgbClr val="E81D25"/>
      </a:accent3>
      <a:accent4>
        <a:srgbClr val="FAA119"/>
      </a:accent4>
      <a:accent5>
        <a:srgbClr val="FDD509"/>
      </a:accent5>
      <a:accent6>
        <a:srgbClr val="FBE99C"/>
      </a:accent6>
      <a:hlink>
        <a:srgbClr val="0092DB"/>
      </a:hlink>
      <a:folHlink>
        <a:srgbClr val="0097A7"/>
      </a:folHlink>
    </a:clrScheme>
    <a:fontScheme name="Poppins">
      <a:maj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612</TotalTime>
  <Words>22</Words>
  <Application>Microsoft Macintosh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Poppins</vt:lpstr>
      <vt:lpstr>Arial</vt:lpstr>
      <vt:lpstr>Calibri</vt:lpstr>
      <vt:lpstr>Wingdings</vt:lpstr>
      <vt:lpstr>NCAR Theme</vt:lpstr>
      <vt:lpstr>PowerPoint Presentation</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keywords/>
  <cp:lastModifiedBy>Ben Kirk</cp:lastModifiedBy>
  <cp:revision>63</cp:revision>
  <dcterms:created xsi:type="dcterms:W3CDTF">2024-02-22T20:20:40Z</dcterms:created>
  <dcterms:modified xsi:type="dcterms:W3CDTF">2026-04-22T23:06:11Z</dcterms:modified>
</cp:coreProperties>
</file>