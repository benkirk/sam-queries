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256" r:id="rId2"/>
    <p:sldId id="257" r:id="rId3"/>
  </p:sldIdLst>
  <p:sldSz cx="12192000" cy="6858000"/>
  <p:notesSz cx="6858000" cy="9144000"/>
  <p:embeddedFontLst>
    <p:embeddedFont>
      <p:font typeface="Poppins" pitchFamily="2" charset="77"/>
      <p:regular r:id="rId5"/>
      <p:bold r:id="rId6"/>
      <p:italic r:id="rId7"/>
      <p:boldItalic r:id="rId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A4E77B2-646B-D647-8523-6BC70DEF2CD6}">
          <p14:sldIdLst>
            <p14:sldId id="256"/>
            <p14:sldId id="25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7936" autoAdjust="0"/>
    <p:restoredTop sz="94726" autoAdjust="0"/>
  </p:normalViewPr>
  <p:slideViewPr>
    <p:cSldViewPr snapToGrid="0" snapToObjects="1">
      <p:cViewPr varScale="1">
        <p:scale>
          <a:sx n="117" d="100"/>
          <a:sy n="117" d="100"/>
        </p:scale>
        <p:origin x="184" y="41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font" Target="fonts/font3.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theme" Target="theme/theme1.xml"/><Relationship Id="rId5" Type="http://schemas.openxmlformats.org/officeDocument/2006/relationships/font" Target="fonts/font1.fntdata"/><Relationship Id="rId10" Type="http://schemas.openxmlformats.org/officeDocument/2006/relationships/viewProps" Target="viewProps.xml"/><Relationship Id="rId4" Type="http://schemas.openxmlformats.org/officeDocument/2006/relationships/notesMaster" Target="notesMasters/notes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 White" preserve="1" userDrawn="1">
  <p:cSld name="Title Slide">
    <p:spTree>
      <p:nvGrpSpPr>
        <p:cNvPr id="1" name="Shape 7"/>
        <p:cNvGrpSpPr/>
        <p:nvPr/>
      </p:nvGrpSpPr>
      <p:grpSpPr>
        <a:xfrm>
          <a:off x="0" y="0"/>
          <a:ext cx="0" cy="0"/>
          <a:chOff x="0" y="0"/>
          <a:chExt cx="0" cy="0"/>
        </a:xfrm>
      </p:grpSpPr>
      <p:pic>
        <p:nvPicPr>
          <p:cNvPr id="3" name="Picture 2">
            <a:extLst>
              <a:ext uri="{FF2B5EF4-FFF2-40B4-BE49-F238E27FC236}">
                <a16:creationId xmlns:a16="http://schemas.microsoft.com/office/drawing/2014/main" id="{6867151D-82FD-1E9B-34F2-6D4A2736906C}"/>
              </a:ext>
            </a:extLst>
          </p:cNvPr>
          <p:cNvPicPr>
            <a:picLocks noChangeAspect="1"/>
          </p:cNvPicPr>
          <p:nvPr userDrawn="1"/>
        </p:nvPicPr>
        <p:blipFill>
          <a:blip r:embed="rId2"/>
          <a:srcRect l="146" r="24636" b="11978"/>
          <a:stretch>
            <a:fillRect/>
          </a:stretch>
        </p:blipFill>
        <p:spPr>
          <a:xfrm>
            <a:off x="6200502" y="0"/>
            <a:ext cx="5991497" cy="6858000"/>
          </a:xfrm>
          <a:prstGeom prst="rect">
            <a:avLst/>
          </a:prstGeom>
        </p:spPr>
      </p:pic>
      <p:pic>
        <p:nvPicPr>
          <p:cNvPr id="9" name="Google Shape;9;p2" title="NCAR-Cover-White.png"/>
          <p:cNvPicPr preferRelativeResize="0"/>
          <p:nvPr/>
        </p:nvPicPr>
        <p:blipFill rotWithShape="1">
          <a:blip r:embed="rId3">
            <a:alphaModFix/>
          </a:blip>
          <a:srcRect r="28377"/>
          <a:stretch/>
        </p:blipFill>
        <p:spPr>
          <a:xfrm>
            <a:off x="0" y="0"/>
            <a:ext cx="8732301" cy="6858000"/>
          </a:xfrm>
          <a:prstGeom prst="rect">
            <a:avLst/>
          </a:prstGeom>
          <a:noFill/>
          <a:ln>
            <a:noFill/>
          </a:ln>
        </p:spPr>
      </p:pic>
      <p:pic>
        <p:nvPicPr>
          <p:cNvPr id="11" name="Google Shape;11;p2" title="NCAR-Logo-Blue.png"/>
          <p:cNvPicPr preferRelativeResize="0">
            <a:picLocks noChangeAspect="1"/>
          </p:cNvPicPr>
          <p:nvPr/>
        </p:nvPicPr>
        <p:blipFill>
          <a:blip r:embed="rId4">
            <a:alphaModFix/>
          </a:blip>
          <a:stretch>
            <a:fillRect/>
          </a:stretch>
        </p:blipFill>
        <p:spPr>
          <a:xfrm>
            <a:off x="383095" y="655501"/>
            <a:ext cx="5497115" cy="1434556"/>
          </a:xfrm>
          <a:prstGeom prst="rect">
            <a:avLst/>
          </a:prstGeom>
          <a:noFill/>
          <a:ln>
            <a:noFill/>
          </a:ln>
        </p:spPr>
      </p:pic>
      <p:sp>
        <p:nvSpPr>
          <p:cNvPr id="2" name="Slide Number Placeholder 4">
            <a:extLst>
              <a:ext uri="{FF2B5EF4-FFF2-40B4-BE49-F238E27FC236}">
                <a16:creationId xmlns:a16="http://schemas.microsoft.com/office/drawing/2014/main" id="{4F87F4AD-06D0-6BE9-AB08-521C1B183DDD}"/>
              </a:ext>
            </a:extLst>
          </p:cNvPr>
          <p:cNvSpPr txBox="1">
            <a:spLocks/>
          </p:cNvSpPr>
          <p:nvPr userDrawn="1"/>
        </p:nvSpPr>
        <p:spPr>
          <a:xfrm>
            <a:off x="11409045" y="6333135"/>
            <a:ext cx="731600" cy="524800"/>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a:p>
        </p:txBody>
      </p:sp>
      <p:sp>
        <p:nvSpPr>
          <p:cNvPr id="4" name="Google Shape;87;p13">
            <a:extLst>
              <a:ext uri="{FF2B5EF4-FFF2-40B4-BE49-F238E27FC236}">
                <a16:creationId xmlns:a16="http://schemas.microsoft.com/office/drawing/2014/main" id="{B6682575-1901-A61C-F16F-595E8D16E9F8}"/>
              </a:ext>
            </a:extLst>
          </p:cNvPr>
          <p:cNvSpPr/>
          <p:nvPr userDrawn="1"/>
        </p:nvSpPr>
        <p:spPr>
          <a:xfrm>
            <a:off x="0" y="2955073"/>
            <a:ext cx="151075" cy="2226283"/>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6" name="Google Shape;90;p13">
            <a:extLst>
              <a:ext uri="{FF2B5EF4-FFF2-40B4-BE49-F238E27FC236}">
                <a16:creationId xmlns:a16="http://schemas.microsoft.com/office/drawing/2014/main" id="{D6258EEB-EAA6-87D4-0EC0-1E7FB3E611A8}"/>
              </a:ext>
            </a:extLst>
          </p:cNvPr>
          <p:cNvSpPr txBox="1"/>
          <p:nvPr userDrawn="1"/>
        </p:nvSpPr>
        <p:spPr>
          <a:xfrm>
            <a:off x="691024" y="6199095"/>
            <a:ext cx="4483141" cy="648022"/>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00" i="1" baseline="0" dirty="0">
                <a:solidFill>
                  <a:schemeClr val="bg1">
                    <a:lumMod val="50000"/>
                  </a:schemeClr>
                </a:solidFill>
                <a:latin typeface="+mn-lt"/>
                <a:ea typeface="Poppins"/>
                <a:cs typeface="Poppins"/>
                <a:sym typeface="Poppins"/>
              </a:rPr>
              <a:t>This material is based upon work supported by the NSF National Center for Atmospheric Research, a major facility sponsored by the U.S. National Science Foundation and managed by the University Corporation for Atmospheric Research. Any opinions, findings and conclusions or recommendations expressed in this material do not necessarily reflect the views of NSF.</a:t>
            </a:r>
          </a:p>
          <a:p>
            <a:pPr marL="0" lvl="0" indent="0" algn="l" rtl="0">
              <a:spcBef>
                <a:spcPts val="0"/>
              </a:spcBef>
              <a:spcAft>
                <a:spcPts val="0"/>
              </a:spcAft>
              <a:buNone/>
            </a:pPr>
            <a:endParaRPr lang="en-US" sz="800" i="1" baseline="0" dirty="0">
              <a:solidFill>
                <a:schemeClr val="bg1">
                  <a:lumMod val="50000"/>
                </a:schemeClr>
              </a:solidFill>
              <a:latin typeface="+mn-lt"/>
              <a:ea typeface="Poppins"/>
              <a:cs typeface="Poppins"/>
              <a:sym typeface="Poppins"/>
            </a:endParaRPr>
          </a:p>
        </p:txBody>
      </p:sp>
      <p:cxnSp>
        <p:nvCxnSpPr>
          <p:cNvPr id="7" name="Google Shape;89;p13">
            <a:extLst>
              <a:ext uri="{FF2B5EF4-FFF2-40B4-BE49-F238E27FC236}">
                <a16:creationId xmlns:a16="http://schemas.microsoft.com/office/drawing/2014/main" id="{9FB3A171-FBA4-51BF-5CED-EF984843C726}"/>
              </a:ext>
            </a:extLst>
          </p:cNvPr>
          <p:cNvCxnSpPr>
            <a:cxnSpLocks/>
          </p:cNvCxnSpPr>
          <p:nvPr userDrawn="1"/>
        </p:nvCxnSpPr>
        <p:spPr>
          <a:xfrm>
            <a:off x="691024" y="4705291"/>
            <a:ext cx="603900" cy="0"/>
          </a:xfrm>
          <a:prstGeom prst="straightConnector1">
            <a:avLst/>
          </a:prstGeom>
          <a:noFill/>
          <a:ln w="28575" cap="flat" cmpd="sng">
            <a:solidFill>
              <a:schemeClr val="accent1"/>
            </a:solidFill>
            <a:prstDash val="solid"/>
            <a:round/>
            <a:headEnd type="none" w="med" len="med"/>
            <a:tailEnd type="none" w="med" len="med"/>
          </a:ln>
        </p:spPr>
      </p:cxnSp>
      <p:sp>
        <p:nvSpPr>
          <p:cNvPr id="8" name="Title 1">
            <a:extLst>
              <a:ext uri="{FF2B5EF4-FFF2-40B4-BE49-F238E27FC236}">
                <a16:creationId xmlns:a16="http://schemas.microsoft.com/office/drawing/2014/main" id="{EBCA9B8C-692F-6F25-46BC-31E593487B2A}"/>
              </a:ext>
            </a:extLst>
          </p:cNvPr>
          <p:cNvSpPr>
            <a:spLocks noGrp="1"/>
          </p:cNvSpPr>
          <p:nvPr>
            <p:ph type="ctrTitle"/>
          </p:nvPr>
        </p:nvSpPr>
        <p:spPr>
          <a:xfrm>
            <a:off x="691024" y="2955073"/>
            <a:ext cx="5509478" cy="1683309"/>
          </a:xfrm>
          <a:noFill/>
        </p:spPr>
        <p:txBody>
          <a:bodyPr>
            <a:normAutofit/>
          </a:bodyPr>
          <a:lstStyle>
            <a:lvl1pPr>
              <a:defRPr sz="2800" b="1" baseline="0"/>
            </a:lvl1pPr>
          </a:lstStyle>
          <a:p>
            <a:r>
              <a:rPr lang="en-US" dirty="0"/>
              <a:t>Click to edit Master title style</a:t>
            </a:r>
          </a:p>
        </p:txBody>
      </p:sp>
      <p:sp>
        <p:nvSpPr>
          <p:cNvPr id="12" name="Subtitle 2">
            <a:extLst>
              <a:ext uri="{FF2B5EF4-FFF2-40B4-BE49-F238E27FC236}">
                <a16:creationId xmlns:a16="http://schemas.microsoft.com/office/drawing/2014/main" id="{C30243C7-2711-9997-42A1-3703A60F912A}"/>
              </a:ext>
            </a:extLst>
          </p:cNvPr>
          <p:cNvSpPr>
            <a:spLocks noGrp="1"/>
          </p:cNvSpPr>
          <p:nvPr>
            <p:ph type="subTitle" idx="1"/>
          </p:nvPr>
        </p:nvSpPr>
        <p:spPr>
          <a:xfrm>
            <a:off x="691024" y="4778477"/>
            <a:ext cx="5509478" cy="1291021"/>
          </a:xfrm>
          <a:prstGeom prst="rect">
            <a:avLst/>
          </a:prstGeom>
        </p:spPr>
        <p:txBody>
          <a:bodyPr anchor="ctr" anchorCtr="0"/>
          <a:lstStyle>
            <a:lvl1pPr marL="0" indent="0" algn="l">
              <a:buNone/>
              <a:defRPr sz="1800" baseline="0">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14" name="TextBox 13">
            <a:extLst>
              <a:ext uri="{FF2B5EF4-FFF2-40B4-BE49-F238E27FC236}">
                <a16:creationId xmlns:a16="http://schemas.microsoft.com/office/drawing/2014/main" id="{13740CD1-EC2D-D9A9-53B7-B76C0632E37D}"/>
              </a:ext>
            </a:extLst>
          </p:cNvPr>
          <p:cNvSpPr txBox="1"/>
          <p:nvPr userDrawn="1"/>
        </p:nvSpPr>
        <p:spPr>
          <a:xfrm>
            <a:off x="675552" y="2563100"/>
            <a:ext cx="4844302" cy="307777"/>
          </a:xfrm>
          <a:prstGeom prst="rect">
            <a:avLst/>
          </a:prstGeom>
          <a:noFill/>
        </p:spPr>
        <p:txBody>
          <a:bodyPr wrap="square" anchor="ctr" anchorCtr="0">
            <a:spAutoFit/>
          </a:bodyPr>
          <a:lstStyle/>
          <a:p>
            <a:fld id="{E218F613-5810-D04F-B822-6772AD528273}" type="datetime4">
              <a:rPr lang="en-US" sz="1400" b="1" cap="all" baseline="0" smtClean="0"/>
              <a:pPr/>
              <a:t>April 22, 2026</a:t>
            </a:fld>
            <a:endParaRPr lang="en-US" sz="1400" b="1" cap="all" baseline="0" dirty="0"/>
          </a:p>
        </p:txBody>
      </p:sp>
      <p:sp>
        <p:nvSpPr>
          <p:cNvPr id="5" name="Slide Number Placeholder 5">
            <a:extLst>
              <a:ext uri="{FF2B5EF4-FFF2-40B4-BE49-F238E27FC236}">
                <a16:creationId xmlns:a16="http://schemas.microsoft.com/office/drawing/2014/main" id="{34A6C262-CDA0-EDB1-2AC2-FFCD3EDF5E91}"/>
              </a:ext>
            </a:extLst>
          </p:cNvPr>
          <p:cNvSpPr>
            <a:spLocks noGrp="1"/>
          </p:cNvSpPr>
          <p:nvPr>
            <p:ph type="sldNum" sz="quarter" idx="4"/>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10" name="Date Placeholder 4">
            <a:extLst>
              <a:ext uri="{FF2B5EF4-FFF2-40B4-BE49-F238E27FC236}">
                <a16:creationId xmlns:a16="http://schemas.microsoft.com/office/drawing/2014/main" id="{2B6AD2BA-BE48-2071-356C-379C4FE4F044}"/>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13" name="Footer Placeholder 6">
            <a:extLst>
              <a:ext uri="{FF2B5EF4-FFF2-40B4-BE49-F238E27FC236}">
                <a16:creationId xmlns:a16="http://schemas.microsoft.com/office/drawing/2014/main" id="{11B4CD95-6513-D8A0-9F1F-34F66817456E}"/>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2213789154"/>
      </p:ext>
    </p:extLst>
  </p:cSld>
  <p:clrMapOvr>
    <a:masterClrMapping/>
  </p:clrMapOvr>
  <p:extLst>
    <p:ext uri="{DCECCB84-F9BA-43D5-87BE-67443E8EF086}">
      <p15:sldGuideLst xmlns:p15="http://schemas.microsoft.com/office/powerpoint/2012/main">
        <p15:guide id="1" pos="432">
          <p15:clr>
            <a:srgbClr val="E46962"/>
          </p15:clr>
        </p15:guide>
        <p15:guide id="2" pos="2880">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9906000" cy="457200"/>
          </a:xfrm>
          <a:prstGeom prst="rect">
            <a:avLst/>
          </a:prstGeom>
        </p:spPr>
        <p:txBody>
          <a:bodyPr/>
          <a:lstStyle/>
          <a:p>
            <a:r>
              <a:rPr lang="en-US"/>
              <a:t>Click to edit Master title style</a:t>
            </a:r>
          </a:p>
        </p:txBody>
      </p:sp>
      <p:sp>
        <p:nvSpPr>
          <p:cNvPr id="3" name="Slide Number Placeholder 5">
            <a:extLst>
              <a:ext uri="{FF2B5EF4-FFF2-40B4-BE49-F238E27FC236}">
                <a16:creationId xmlns:a16="http://schemas.microsoft.com/office/drawing/2014/main" id="{DE55E6F4-F503-8139-B06C-594972EDCC66}"/>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8646D-489E-60FE-7A18-9CDC45D41807}"/>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4458514-F400-26C7-7288-45B54DD965FB}"/>
              </a:ext>
            </a:extLst>
          </p:cNvPr>
          <p:cNvSpPr>
            <a:spLocks noGrp="1"/>
          </p:cNvSpPr>
          <p:nvPr>
            <p:ph type="sldNum" sz="quarter" idx="10"/>
          </p:nvPr>
        </p:nvSpPr>
        <p:spPr/>
        <p:txBody>
          <a:bodyPr/>
          <a:lstStyle/>
          <a:p>
            <a:fld id="{C5EF2332-01BF-834F-8236-50238282D533}" type="slidenum">
              <a:rPr lang="en-US" smtClean="0"/>
              <a:pPr/>
              <a:t>‹#›</a:t>
            </a:fld>
            <a:endParaRPr lang="en-US" dirty="0">
              <a:solidFill>
                <a:schemeClr val="tx1"/>
              </a:solidFill>
            </a:endParaRPr>
          </a:p>
        </p:txBody>
      </p:sp>
      <p:sp>
        <p:nvSpPr>
          <p:cNvPr id="4" name="Date Placeholder 3">
            <a:extLst>
              <a:ext uri="{FF2B5EF4-FFF2-40B4-BE49-F238E27FC236}">
                <a16:creationId xmlns:a16="http://schemas.microsoft.com/office/drawing/2014/main" id="{909AA338-C5F6-2612-8A95-BBE47D6054A0}"/>
              </a:ext>
            </a:extLst>
          </p:cNvPr>
          <p:cNvSpPr>
            <a:spLocks noGrp="1"/>
          </p:cNvSpPr>
          <p:nvPr>
            <p:ph type="dt" sz="half" idx="11"/>
          </p:nvPr>
        </p:nvSpPr>
        <p:spPr/>
        <p:txBody>
          <a:bodyPr/>
          <a:lstStyle/>
          <a:p>
            <a:fld id="{34459720-2A4C-D342-9515-00AC0588A96C}" type="datetimeFigureOut">
              <a:rPr lang="en-US" smtClean="0"/>
              <a:t>4/22/26</a:t>
            </a:fld>
            <a:endParaRPr lang="en-US"/>
          </a:p>
        </p:txBody>
      </p:sp>
      <p:sp>
        <p:nvSpPr>
          <p:cNvPr id="5" name="Footer Placeholder 4">
            <a:extLst>
              <a:ext uri="{FF2B5EF4-FFF2-40B4-BE49-F238E27FC236}">
                <a16:creationId xmlns:a16="http://schemas.microsoft.com/office/drawing/2014/main" id="{7911FF1B-B65F-DC84-C2A5-47B7C47CA3BD}"/>
              </a:ext>
            </a:extLst>
          </p:cNvPr>
          <p:cNvSpPr>
            <a:spLocks noGrp="1"/>
          </p:cNvSpPr>
          <p:nvPr>
            <p:ph type="ftr" sz="quarter" idx="12"/>
          </p:nvPr>
        </p:nvSpPr>
        <p:spPr>
          <a:xfrm>
            <a:off x="555265" y="6556499"/>
            <a:ext cx="4114800" cy="182799"/>
          </a:xfrm>
          <a:prstGeom prst="rect">
            <a:avLst/>
          </a:prstGeom>
        </p:spPr>
        <p:txBody>
          <a:bodyPr/>
          <a:lstStyle/>
          <a:p>
            <a:endParaRPr lang="en-US"/>
          </a:p>
        </p:txBody>
      </p:sp>
    </p:spTree>
    <p:extLst>
      <p:ext uri="{BB962C8B-B14F-4D97-AF65-F5344CB8AC3E}">
        <p14:creationId xmlns:p14="http://schemas.microsoft.com/office/powerpoint/2010/main" val="2456570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84048" y="786384"/>
            <a:ext cx="11430000" cy="5486400"/>
          </a:xfrm>
          <a:prstGeom prst="rect">
            <a:avLst/>
          </a:prstGeom>
        </p:spPr>
        <p:txBody>
          <a:bodyPr/>
          <a:lstStyle>
            <a:lvl1pPr marL="0" indent="0">
              <a:buClrTx/>
              <a:buFontTx/>
              <a:buNone/>
              <a:defRPr baseline="0">
                <a:latin typeface="Poppins" pitchFamily="2" charset="77"/>
              </a:defRPr>
            </a:lvl1pPr>
            <a:lvl2pPr marL="457200" indent="-228600">
              <a:buFont typeface="Arial" panose="020B0604020202020204" pitchFamily="34" charset="0"/>
              <a:buChar char="•"/>
              <a:defRPr baseline="0"/>
            </a:lvl2pPr>
            <a:lvl3pPr marL="914400" indent="-228600">
              <a:buFont typeface="Wingdings" pitchFamily="2" charset="2"/>
              <a:buChar char="§"/>
              <a:defRPr baseline="0"/>
            </a:lvl3pPr>
            <a:lvl4pPr marL="1371600" indent="-228600">
              <a:defRPr baseline="0"/>
            </a:lvl4pPr>
            <a:lvl5pPr marL="1828800" indent="-228600">
              <a:defRPr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16C1CE93-3040-4E7C-AF01-3DC2EF8F8C7E}"/>
              </a:ext>
            </a:extLst>
          </p:cNvPr>
          <p:cNvSpPr>
            <a:spLocks noGrp="1"/>
          </p:cNvSpPr>
          <p:nvPr>
            <p:ph type="title"/>
          </p:nvPr>
        </p:nvSpPr>
        <p:spPr>
          <a:xfrm>
            <a:off x="381000" y="0"/>
            <a:ext cx="9905999" cy="457200"/>
          </a:xfrm>
        </p:spPr>
        <p:txBody>
          <a:bodyPr/>
          <a:lstStyle/>
          <a:p>
            <a:r>
              <a:rPr lang="en-US" dirty="0"/>
              <a:t>Click to edit Master title style</a:t>
            </a:r>
          </a:p>
        </p:txBody>
      </p:sp>
      <p:sp>
        <p:nvSpPr>
          <p:cNvPr id="11" name="Slide Number Placeholder 5">
            <a:extLst>
              <a:ext uri="{FF2B5EF4-FFF2-40B4-BE49-F238E27FC236}">
                <a16:creationId xmlns:a16="http://schemas.microsoft.com/office/drawing/2014/main" id="{6AFDE7CA-02E9-BF8D-B70C-37475DB92919}"/>
              </a:ext>
            </a:extLst>
          </p:cNvPr>
          <p:cNvSpPr>
            <a:spLocks noGrp="1"/>
          </p:cNvSpPr>
          <p:nvPr>
            <p:ph type="sldNum" sz="quarter" idx="4"/>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2" name="Date Placeholder 4">
            <a:extLst>
              <a:ext uri="{FF2B5EF4-FFF2-40B4-BE49-F238E27FC236}">
                <a16:creationId xmlns:a16="http://schemas.microsoft.com/office/drawing/2014/main" id="{C1C6B9FB-9E6D-7963-D1E9-DADB1518FF68}"/>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4" name="Footer Placeholder 6">
            <a:extLst>
              <a:ext uri="{FF2B5EF4-FFF2-40B4-BE49-F238E27FC236}">
                <a16:creationId xmlns:a16="http://schemas.microsoft.com/office/drawing/2014/main" id="{91AAE2BC-D897-0CA6-8BBD-AC001562D4C7}"/>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0"/>
            <a:ext cx="10972800" cy="1371600"/>
          </a:xfrm>
          <a:prstGeom prst="rect">
            <a:avLst/>
          </a:prstGeom>
        </p:spPr>
        <p:txBody>
          <a:bodyPr anchor="t"/>
          <a:lstStyle>
            <a:lvl1pPr algn="l">
              <a:defRPr sz="4000" b="1" cap="small" baseline="0">
                <a:solidFill>
                  <a:schemeClr val="tx1"/>
                </a:solidFill>
                <a:latin typeface="Poppins" pitchFamily="2" charset="77"/>
              </a:defRPr>
            </a:lvl1pPr>
          </a:lstStyle>
          <a:p>
            <a:r>
              <a:rPr lang="en-US" dirty="0"/>
              <a:t>Click to edit Master title style</a:t>
            </a:r>
          </a:p>
        </p:txBody>
      </p:sp>
      <p:sp>
        <p:nvSpPr>
          <p:cNvPr id="3" name="Text Placeholder 2"/>
          <p:cNvSpPr>
            <a:spLocks noGrp="1"/>
          </p:cNvSpPr>
          <p:nvPr>
            <p:ph type="body" idx="1"/>
          </p:nvPr>
        </p:nvSpPr>
        <p:spPr>
          <a:xfrm>
            <a:off x="609600" y="2560320"/>
            <a:ext cx="10972800" cy="1828800"/>
          </a:xfrm>
          <a:prstGeom prst="rect">
            <a:avLst/>
          </a:prstGeo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dirty="0"/>
              <a:t>Click to edit Master text styles</a:t>
            </a:r>
          </a:p>
        </p:txBody>
      </p:sp>
      <p:sp>
        <p:nvSpPr>
          <p:cNvPr id="4" name="Slide Number Placeholder 5">
            <a:extLst>
              <a:ext uri="{FF2B5EF4-FFF2-40B4-BE49-F238E27FC236}">
                <a16:creationId xmlns:a16="http://schemas.microsoft.com/office/drawing/2014/main" id="{FC0B6802-E68E-6161-D5A8-87793D9776EB}"/>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5" name="Date Placeholder 4">
            <a:extLst>
              <a:ext uri="{FF2B5EF4-FFF2-40B4-BE49-F238E27FC236}">
                <a16:creationId xmlns:a16="http://schemas.microsoft.com/office/drawing/2014/main" id="{68A9EDD1-4B41-9FEA-B502-10B14890AC01}"/>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6" name="Footer Placeholder 6">
            <a:extLst>
              <a:ext uri="{FF2B5EF4-FFF2-40B4-BE49-F238E27FC236}">
                <a16:creationId xmlns:a16="http://schemas.microsoft.com/office/drawing/2014/main" id="{45184FA6-E749-CC87-5ED0-206998A07D57}"/>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9906000" cy="457200"/>
          </a:xfrm>
          <a:prstGeom prst="rect">
            <a:avLst/>
          </a:prstGeom>
        </p:spPr>
        <p:txBody>
          <a:bodyPr/>
          <a:lstStyle>
            <a:lvl1pPr>
              <a:defRPr baseline="0">
                <a:solidFill>
                  <a:schemeClr val="tx1"/>
                </a:solidFill>
              </a:defRPr>
            </a:lvl1pPr>
          </a:lstStyle>
          <a:p>
            <a:r>
              <a:rPr lang="en-US" dirty="0"/>
              <a:t>Click to edit Master title style</a:t>
            </a:r>
          </a:p>
        </p:txBody>
      </p:sp>
      <p:sp>
        <p:nvSpPr>
          <p:cNvPr id="3" name="Content Placeholder 2"/>
          <p:cNvSpPr>
            <a:spLocks noGrp="1"/>
          </p:cNvSpPr>
          <p:nvPr>
            <p:ph sz="half" idx="1"/>
          </p:nvPr>
        </p:nvSpPr>
        <p:spPr>
          <a:xfrm>
            <a:off x="320040" y="786384"/>
            <a:ext cx="5715000" cy="5486400"/>
          </a:xfrm>
          <a:prstGeom prst="rect">
            <a:avLst/>
          </a:prstGeom>
        </p:spPr>
        <p:txBody>
          <a:bodyPr/>
          <a:lstStyle>
            <a:lvl1pPr>
              <a:buNone/>
              <a:defRPr sz="2800"/>
            </a:lvl1pPr>
            <a:lvl2pPr marL="457200" indent="-228600">
              <a:buFont typeface="Arial" panose="020B0604020202020204" pitchFamily="34" charset="0"/>
              <a:buChar char="•"/>
              <a:defRPr sz="2400"/>
            </a:lvl2pPr>
            <a:lvl3pPr marL="914400" indent="-228600">
              <a:buFont typeface="Wingdings" pitchFamily="2" charset="2"/>
              <a:buChar char="§"/>
              <a:defRPr sz="2000"/>
            </a:lvl3pPr>
            <a:lvl4pPr marL="1371600" indent="-228600">
              <a:defRPr sz="1800"/>
            </a:lvl4pPr>
            <a:lvl5pPr marL="1600200" indent="-22860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786384"/>
            <a:ext cx="5715000" cy="5486400"/>
          </a:xfrm>
          <a:prstGeom prst="rect">
            <a:avLst/>
          </a:prstGeom>
        </p:spPr>
        <p:txBody>
          <a:bodyPr/>
          <a:lstStyle>
            <a:lvl1pPr>
              <a:buNone/>
              <a:defRPr sz="2800"/>
            </a:lvl1pPr>
            <a:lvl2pPr marL="457200" indent="-228600">
              <a:buFont typeface="Arial" panose="020B0604020202020204" pitchFamily="34" charset="0"/>
              <a:buChar char="•"/>
              <a:defRPr sz="2400"/>
            </a:lvl2pPr>
            <a:lvl3pPr marL="914400" indent="-228600">
              <a:buFont typeface="Wingdings" pitchFamily="2" charset="2"/>
              <a:buChar char="§"/>
              <a:defRPr sz="2000"/>
            </a:lvl3pPr>
            <a:lvl4pPr marL="1371600" indent="-228600">
              <a:defRPr sz="1800"/>
            </a:lvl4pPr>
            <a:lvl5pPr marL="1600200" indent="-22860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70FEC3C9-9B7B-D61A-73C1-617F8C241600}"/>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5" name="Date Placeholder 4">
            <a:extLst>
              <a:ext uri="{FF2B5EF4-FFF2-40B4-BE49-F238E27FC236}">
                <a16:creationId xmlns:a16="http://schemas.microsoft.com/office/drawing/2014/main" id="{A913B050-A9E8-4587-EAB4-F432AAE36F84}"/>
              </a:ext>
            </a:extLst>
          </p:cNvPr>
          <p:cNvSpPr>
            <a:spLocks noGrp="1"/>
          </p:cNvSpPr>
          <p:nvPr>
            <p:ph type="dt" sz="half" idx="10"/>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7" name="Footer Placeholder 6">
            <a:extLst>
              <a:ext uri="{FF2B5EF4-FFF2-40B4-BE49-F238E27FC236}">
                <a16:creationId xmlns:a16="http://schemas.microsoft.com/office/drawing/2014/main" id="{440B2241-EE2C-B587-40E7-00677B4849AD}"/>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9906000" cy="457200"/>
          </a:xfrm>
          <a:prstGeom prst="rect">
            <a:avLst/>
          </a:prstGeo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320040" y="612147"/>
            <a:ext cx="5715000" cy="639763"/>
          </a:xfrm>
          <a:prstGeom prst="rect">
            <a:avLst/>
          </a:prstGeom>
        </p:spPr>
        <p:txBody>
          <a:bodyPr anchor="b"/>
          <a:lstStyle>
            <a:lvl1pPr marL="0" indent="0" algn="ctr">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5" name="Text Placeholder 4"/>
          <p:cNvSpPr>
            <a:spLocks noGrp="1"/>
          </p:cNvSpPr>
          <p:nvPr>
            <p:ph type="body" sz="quarter" idx="3"/>
          </p:nvPr>
        </p:nvSpPr>
        <p:spPr>
          <a:xfrm>
            <a:off x="6126480" y="612147"/>
            <a:ext cx="5715000" cy="639763"/>
          </a:xfrm>
          <a:prstGeom prst="rect">
            <a:avLst/>
          </a:prstGeom>
        </p:spPr>
        <p:txBody>
          <a:bodyPr anchor="b"/>
          <a:lstStyle>
            <a:lvl1pPr marL="0" indent="0" algn="ctr">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8" name="Slide Number Placeholder 5">
            <a:extLst>
              <a:ext uri="{FF2B5EF4-FFF2-40B4-BE49-F238E27FC236}">
                <a16:creationId xmlns:a16="http://schemas.microsoft.com/office/drawing/2014/main" id="{C30DE9D8-BF0A-6CD3-1373-CA0B438EB45A}"/>
              </a:ext>
            </a:extLst>
          </p:cNvPr>
          <p:cNvSpPr>
            <a:spLocks noGrp="1"/>
          </p:cNvSpPr>
          <p:nvPr>
            <p:ph type="sldNum" sz="quarter" idx="10"/>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10" name="Content Placeholder 2">
            <a:extLst>
              <a:ext uri="{FF2B5EF4-FFF2-40B4-BE49-F238E27FC236}">
                <a16:creationId xmlns:a16="http://schemas.microsoft.com/office/drawing/2014/main" id="{E42C53FE-9BBD-5288-0E88-05B370AA1256}"/>
              </a:ext>
            </a:extLst>
          </p:cNvPr>
          <p:cNvSpPr>
            <a:spLocks noGrp="1"/>
          </p:cNvSpPr>
          <p:nvPr>
            <p:ph sz="half" idx="11"/>
          </p:nvPr>
        </p:nvSpPr>
        <p:spPr>
          <a:xfrm>
            <a:off x="320040" y="1327868"/>
            <a:ext cx="5715000" cy="4958632"/>
          </a:xfrm>
          <a:prstGeom prst="rect">
            <a:avLst/>
          </a:prstGeom>
        </p:spPr>
        <p:txBody>
          <a:bodyPr/>
          <a:lstStyle>
            <a:lvl1pPr>
              <a:buNone/>
              <a:defRPr sz="2800"/>
            </a:lvl1pPr>
            <a:lvl2pPr marL="457200" indent="-228600">
              <a:buFont typeface="Arial" panose="020B0604020202020204" pitchFamily="34" charset="0"/>
              <a:buChar char="•"/>
              <a:defRPr sz="2400"/>
            </a:lvl2pPr>
            <a:lvl3pPr marL="914400" indent="-228600">
              <a:buFont typeface="Wingdings" pitchFamily="2" charset="2"/>
              <a:buChar char="§"/>
              <a:defRPr sz="2000"/>
            </a:lvl3pPr>
            <a:lvl4pPr marL="1371600" indent="-228600">
              <a:defRPr sz="1800"/>
            </a:lvl4pPr>
            <a:lvl5pPr marL="1600200" indent="-22860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3">
            <a:extLst>
              <a:ext uri="{FF2B5EF4-FFF2-40B4-BE49-F238E27FC236}">
                <a16:creationId xmlns:a16="http://schemas.microsoft.com/office/drawing/2014/main" id="{EC667219-84D4-DAC6-11DF-4C9DA2BDB985}"/>
              </a:ext>
            </a:extLst>
          </p:cNvPr>
          <p:cNvSpPr>
            <a:spLocks noGrp="1"/>
          </p:cNvSpPr>
          <p:nvPr>
            <p:ph sz="half" idx="2"/>
          </p:nvPr>
        </p:nvSpPr>
        <p:spPr>
          <a:xfrm>
            <a:off x="6126480" y="1327868"/>
            <a:ext cx="5715000" cy="4958632"/>
          </a:xfrm>
          <a:prstGeom prst="rect">
            <a:avLst/>
          </a:prstGeom>
        </p:spPr>
        <p:txBody>
          <a:bodyPr/>
          <a:lstStyle>
            <a:lvl1pPr>
              <a:buNone/>
              <a:defRPr sz="2800"/>
            </a:lvl1pPr>
            <a:lvl2pPr marL="457200" indent="-228600">
              <a:buFont typeface="Arial" panose="020B0604020202020204" pitchFamily="34" charset="0"/>
              <a:buChar char="•"/>
              <a:defRPr sz="2400"/>
            </a:lvl2pPr>
            <a:lvl3pPr marL="914400" indent="-228600">
              <a:buFont typeface="Wingdings" pitchFamily="2" charset="2"/>
              <a:buChar char="§"/>
              <a:defRPr sz="2000"/>
            </a:lvl3pPr>
            <a:lvl4pPr marL="1371600" indent="-228600">
              <a:defRPr sz="1800"/>
            </a:lvl4pPr>
            <a:lvl5pPr marL="1600200" indent="-228600">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4">
            <a:extLst>
              <a:ext uri="{FF2B5EF4-FFF2-40B4-BE49-F238E27FC236}">
                <a16:creationId xmlns:a16="http://schemas.microsoft.com/office/drawing/2014/main" id="{8EC862D1-08BD-A013-DA4C-13BF09ED8E2D}"/>
              </a:ext>
            </a:extLst>
          </p:cNvPr>
          <p:cNvSpPr>
            <a:spLocks noGrp="1"/>
          </p:cNvSpPr>
          <p:nvPr>
            <p:ph type="dt" sz="half" idx="1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6" name="Footer Placeholder 6">
            <a:extLst>
              <a:ext uri="{FF2B5EF4-FFF2-40B4-BE49-F238E27FC236}">
                <a16:creationId xmlns:a16="http://schemas.microsoft.com/office/drawing/2014/main" id="{BD18E1DB-680E-BEA6-19A6-D05A67627770}"/>
              </a:ext>
            </a:extLst>
          </p:cNvPr>
          <p:cNvSpPr>
            <a:spLocks noGrp="1"/>
          </p:cNvSpPr>
          <p:nvPr>
            <p:ph type="ftr" sz="quarter" idx="1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786384"/>
            <a:ext cx="4011084" cy="905314"/>
          </a:xfrm>
          <a:prstGeom prst="rect">
            <a:avLst/>
          </a:prstGeo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4766733" y="786384"/>
            <a:ext cx="6815667" cy="5486400"/>
          </a:xfrm>
          <a:prstGeom prst="rect">
            <a:avLst/>
          </a:prstGeom>
        </p:spPr>
        <p:txBody>
          <a:bodyPr/>
          <a:lstStyle>
            <a:lvl1pPr>
              <a:buNone/>
              <a:defRPr sz="3200"/>
            </a:lvl1pPr>
            <a:lvl2pPr>
              <a:buFont typeface="Arial" panose="020B0604020202020204" pitchFamily="34" charset="0"/>
              <a:buChar char="•"/>
              <a:defRPr sz="2800"/>
            </a:lvl2pPr>
            <a:lvl3pPr>
              <a:buFont typeface="Wingdings" pitchFamily="2" charset="2"/>
              <a:buChar cha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2" y="1807029"/>
            <a:ext cx="4011084" cy="4521324"/>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FF489C22-2F81-0C19-A124-AF79A8694B10}"/>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6" name="Date Placeholder 4">
            <a:extLst>
              <a:ext uri="{FF2B5EF4-FFF2-40B4-BE49-F238E27FC236}">
                <a16:creationId xmlns:a16="http://schemas.microsoft.com/office/drawing/2014/main" id="{6C8B6243-C805-5FF2-4848-F6C2B5CAF9EB}"/>
              </a:ext>
            </a:extLst>
          </p:cNvPr>
          <p:cNvSpPr>
            <a:spLocks noGrp="1"/>
          </p:cNvSpPr>
          <p:nvPr>
            <p:ph type="dt" sz="half" idx="10"/>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7" name="Footer Placeholder 6">
            <a:extLst>
              <a:ext uri="{FF2B5EF4-FFF2-40B4-BE49-F238E27FC236}">
                <a16:creationId xmlns:a16="http://schemas.microsoft.com/office/drawing/2014/main" id="{42EAF9C2-F88B-CDBC-6E05-DBA84123693C}"/>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5159828"/>
            <a:ext cx="7315200" cy="566739"/>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972003"/>
            <a:ext cx="7315200" cy="4114800"/>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726566"/>
            <a:ext cx="7315200" cy="8048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Slide Number Placeholder 5">
            <a:extLst>
              <a:ext uri="{FF2B5EF4-FFF2-40B4-BE49-F238E27FC236}">
                <a16:creationId xmlns:a16="http://schemas.microsoft.com/office/drawing/2014/main" id="{69332CD5-1372-11E9-E54D-AB006AD3A7C8}"/>
              </a:ext>
            </a:extLst>
          </p:cNvPr>
          <p:cNvSpPr txBox="1">
            <a:spLocks/>
          </p:cNvSpPr>
          <p:nvPr userDrawn="1"/>
        </p:nvSpPr>
        <p:spPr>
          <a:xfrm>
            <a:off x="13014" y="6481724"/>
            <a:ext cx="477640" cy="365125"/>
          </a:xfrm>
          <a:prstGeom prst="rect">
            <a:avLst/>
          </a:prstGeom>
        </p:spPr>
        <p:txBody>
          <a:bodyPr vert="horz" lIns="91440" tIns="45720" rIns="91440" bIns="45720" rtlCol="0" anchor="ctr"/>
          <a:lstStyle>
            <a:defPPr>
              <a:defRPr lang="en-US"/>
            </a:defPPr>
            <a:lvl1pPr marL="0" algn="ctr" defTabSz="609585" rtl="0" eaLnBrk="1" latinLnBrk="0" hangingPunct="1">
              <a:defRPr sz="1200" kern="1200" baseline="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C5EF2332-01BF-834F-8236-50238282D533}" type="slidenum">
              <a:rPr lang="en-US" smtClean="0"/>
              <a:pPr/>
              <a:t>‹#›</a:t>
            </a:fld>
            <a:endParaRPr lang="en-US" dirty="0"/>
          </a:p>
        </p:txBody>
      </p:sp>
      <p:sp>
        <p:nvSpPr>
          <p:cNvPr id="6" name="Date Placeholder 4">
            <a:extLst>
              <a:ext uri="{FF2B5EF4-FFF2-40B4-BE49-F238E27FC236}">
                <a16:creationId xmlns:a16="http://schemas.microsoft.com/office/drawing/2014/main" id="{7AB8E099-8869-8E89-6A26-1DC79410AC0F}"/>
              </a:ext>
            </a:extLst>
          </p:cNvPr>
          <p:cNvSpPr>
            <a:spLocks noGrp="1"/>
          </p:cNvSpPr>
          <p:nvPr>
            <p:ph type="dt" sz="half" idx="10"/>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7" name="Footer Placeholder 6">
            <a:extLst>
              <a:ext uri="{FF2B5EF4-FFF2-40B4-BE49-F238E27FC236}">
                <a16:creationId xmlns:a16="http://schemas.microsoft.com/office/drawing/2014/main" id="{E8B2FA44-FACE-7B02-F8EC-E271187398BA}"/>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566899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81000" y="785190"/>
            <a:ext cx="11430000" cy="54864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p:txBody>
      </p:sp>
      <p:sp>
        <p:nvSpPr>
          <p:cNvPr id="6" name="Slide Number Placeholder 5"/>
          <p:cNvSpPr>
            <a:spLocks noGrp="1"/>
          </p:cNvSpPr>
          <p:nvPr>
            <p:ph type="sldNum" sz="quarter" idx="4"/>
          </p:nvPr>
        </p:nvSpPr>
        <p:spPr>
          <a:xfrm>
            <a:off x="13014" y="6481724"/>
            <a:ext cx="477640" cy="365125"/>
          </a:xfrm>
          <a:prstGeom prst="rect">
            <a:avLst/>
          </a:prstGeom>
        </p:spPr>
        <p:txBody>
          <a:bodyPr vert="horz" lIns="91440" tIns="45720" rIns="91440" bIns="45720" rtlCol="0" anchor="ctr"/>
          <a:lstStyle>
            <a:lvl1pPr algn="ctr">
              <a:defRPr sz="1200" baseline="0">
                <a:solidFill>
                  <a:schemeClr val="tx1"/>
                </a:solidFill>
              </a:defRPr>
            </a:lvl1pPr>
          </a:lstStyle>
          <a:p>
            <a:fld id="{C5EF2332-01BF-834F-8236-50238282D533}" type="slidenum">
              <a:rPr lang="en-US" smtClean="0"/>
              <a:pPr/>
              <a:t>‹#›</a:t>
            </a:fld>
            <a:endParaRPr lang="en-US" dirty="0">
              <a:solidFill>
                <a:schemeClr val="tx1"/>
              </a:solidFill>
            </a:endParaRPr>
          </a:p>
        </p:txBody>
      </p:sp>
      <p:sp>
        <p:nvSpPr>
          <p:cNvPr id="2" name="Title Placeholder 1"/>
          <p:cNvSpPr>
            <a:spLocks noGrp="1"/>
          </p:cNvSpPr>
          <p:nvPr>
            <p:ph type="title"/>
          </p:nvPr>
        </p:nvSpPr>
        <p:spPr>
          <a:xfrm>
            <a:off x="381000" y="0"/>
            <a:ext cx="9528884" cy="457200"/>
          </a:xfrm>
          <a:prstGeom prst="rect">
            <a:avLst/>
          </a:prstGeom>
        </p:spPr>
        <p:txBody>
          <a:bodyPr vert="horz" lIns="91440" tIns="45720" rIns="91440" bIns="45720" rtlCol="0" anchor="ctr">
            <a:noAutofit/>
          </a:bodyPr>
          <a:lstStyle/>
          <a:p>
            <a:r>
              <a:rPr lang="en-US" dirty="0"/>
              <a:t>Click to edit Master title style</a:t>
            </a:r>
          </a:p>
        </p:txBody>
      </p:sp>
      <p:pic>
        <p:nvPicPr>
          <p:cNvPr id="10" name="Google Shape;19;p4" title="NCAR-Logo-Blue.png">
            <a:extLst>
              <a:ext uri="{FF2B5EF4-FFF2-40B4-BE49-F238E27FC236}">
                <a16:creationId xmlns:a16="http://schemas.microsoft.com/office/drawing/2014/main" id="{5878C8AA-DB45-5ED2-CCA1-9D047E6C768C}"/>
              </a:ext>
            </a:extLst>
          </p:cNvPr>
          <p:cNvPicPr preferRelativeResize="0">
            <a:picLocks noChangeAspect="1"/>
          </p:cNvPicPr>
          <p:nvPr userDrawn="1"/>
        </p:nvPicPr>
        <p:blipFill>
          <a:blip r:embed="rId11">
            <a:alphaModFix/>
          </a:blip>
          <a:stretch>
            <a:fillRect/>
          </a:stretch>
        </p:blipFill>
        <p:spPr>
          <a:xfrm>
            <a:off x="9909884" y="-10841"/>
            <a:ext cx="2279349" cy="595196"/>
          </a:xfrm>
          <a:prstGeom prst="rect">
            <a:avLst/>
          </a:prstGeom>
          <a:noFill/>
          <a:ln>
            <a:noFill/>
          </a:ln>
        </p:spPr>
      </p:pic>
      <p:sp>
        <p:nvSpPr>
          <p:cNvPr id="15" name="Rectangle 14">
            <a:extLst>
              <a:ext uri="{FF2B5EF4-FFF2-40B4-BE49-F238E27FC236}">
                <a16:creationId xmlns:a16="http://schemas.microsoft.com/office/drawing/2014/main" id="{9F3988B7-4F87-A347-6312-542509313FD0}"/>
              </a:ext>
            </a:extLst>
          </p:cNvPr>
          <p:cNvSpPr/>
          <p:nvPr userDrawn="1"/>
        </p:nvSpPr>
        <p:spPr>
          <a:xfrm>
            <a:off x="13014" y="11151"/>
            <a:ext cx="118872" cy="4572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EF929A09-8FDF-C271-0049-7621BF8B74F3}"/>
              </a:ext>
            </a:extLst>
          </p:cNvPr>
          <p:cNvCxnSpPr>
            <a:cxnSpLocks/>
          </p:cNvCxnSpPr>
          <p:nvPr userDrawn="1"/>
        </p:nvCxnSpPr>
        <p:spPr>
          <a:xfrm>
            <a:off x="381000" y="501804"/>
            <a:ext cx="9528884" cy="0"/>
          </a:xfrm>
          <a:prstGeom prst="line">
            <a:avLst/>
          </a:prstGeom>
          <a:ln>
            <a:solidFill>
              <a:schemeClr val="tx1">
                <a:lumMod val="50000"/>
              </a:schemeClr>
            </a:solidFill>
          </a:ln>
        </p:spPr>
        <p:style>
          <a:lnRef idx="1">
            <a:schemeClr val="accent6"/>
          </a:lnRef>
          <a:fillRef idx="0">
            <a:schemeClr val="accent6"/>
          </a:fillRef>
          <a:effectRef idx="0">
            <a:schemeClr val="accent6"/>
          </a:effectRef>
          <a:fontRef idx="minor">
            <a:schemeClr val="tx1"/>
          </a:fontRef>
        </p:style>
      </p:cxnSp>
      <p:cxnSp>
        <p:nvCxnSpPr>
          <p:cNvPr id="19" name="Google Shape;39;p7">
            <a:extLst>
              <a:ext uri="{FF2B5EF4-FFF2-40B4-BE49-F238E27FC236}">
                <a16:creationId xmlns:a16="http://schemas.microsoft.com/office/drawing/2014/main" id="{6E7B69E4-A190-173D-EE5A-B194E1283F41}"/>
              </a:ext>
            </a:extLst>
          </p:cNvPr>
          <p:cNvCxnSpPr>
            <a:cxnSpLocks/>
          </p:cNvCxnSpPr>
          <p:nvPr userDrawn="1"/>
        </p:nvCxnSpPr>
        <p:spPr>
          <a:xfrm>
            <a:off x="512955" y="6566438"/>
            <a:ext cx="0" cy="150000"/>
          </a:xfrm>
          <a:prstGeom prst="straightConnector1">
            <a:avLst/>
          </a:prstGeom>
          <a:noFill/>
          <a:ln w="12700" cap="flat" cmpd="sng">
            <a:solidFill>
              <a:schemeClr val="dk1"/>
            </a:solidFill>
            <a:prstDash val="solid"/>
            <a:round/>
            <a:headEnd type="none" w="med" len="med"/>
            <a:tailEnd type="none" w="med" len="med"/>
          </a:ln>
        </p:spPr>
      </p:cxnSp>
      <p:pic>
        <p:nvPicPr>
          <p:cNvPr id="27" name="Picture 26">
            <a:extLst>
              <a:ext uri="{FF2B5EF4-FFF2-40B4-BE49-F238E27FC236}">
                <a16:creationId xmlns:a16="http://schemas.microsoft.com/office/drawing/2014/main" id="{D713502E-6FCA-D6D2-39D2-10D0855A1E74}"/>
              </a:ext>
            </a:extLst>
          </p:cNvPr>
          <p:cNvPicPr>
            <a:picLocks noChangeAspect="1"/>
          </p:cNvPicPr>
          <p:nvPr userDrawn="1"/>
        </p:nvPicPr>
        <p:blipFill>
          <a:blip r:embed="rId12"/>
          <a:stretch>
            <a:fillRect/>
          </a:stretch>
        </p:blipFill>
        <p:spPr>
          <a:xfrm rot="5400000" flipV="1">
            <a:off x="5124526" y="2394238"/>
            <a:ext cx="6857690" cy="2047531"/>
          </a:xfrm>
          <a:prstGeom prst="rect">
            <a:avLst/>
          </a:prstGeom>
        </p:spPr>
      </p:pic>
      <p:sp>
        <p:nvSpPr>
          <p:cNvPr id="5" name="Date Placeholder 4">
            <a:extLst>
              <a:ext uri="{FF2B5EF4-FFF2-40B4-BE49-F238E27FC236}">
                <a16:creationId xmlns:a16="http://schemas.microsoft.com/office/drawing/2014/main" id="{23F364EA-80EE-8FD2-A19F-409B01A60FB4}"/>
              </a:ext>
            </a:extLst>
          </p:cNvPr>
          <p:cNvSpPr>
            <a:spLocks noGrp="1"/>
          </p:cNvSpPr>
          <p:nvPr>
            <p:ph type="dt" sz="half" idx="2"/>
          </p:nvPr>
        </p:nvSpPr>
        <p:spPr>
          <a:xfrm>
            <a:off x="10436086" y="6556499"/>
            <a:ext cx="1374913" cy="182799"/>
          </a:xfrm>
          <a:prstGeom prst="rect">
            <a:avLst/>
          </a:prstGeom>
        </p:spPr>
        <p:txBody>
          <a:bodyPr vert="horz" lIns="91440" tIns="45720" rIns="91440" bIns="45720" rtlCol="0" anchor="ctr"/>
          <a:lstStyle>
            <a:lvl1pPr algn="r">
              <a:defRPr sz="1200" baseline="0">
                <a:solidFill>
                  <a:schemeClr val="tx1"/>
                </a:solidFill>
              </a:defRPr>
            </a:lvl1pPr>
          </a:lstStyle>
          <a:p>
            <a:pPr algn="r"/>
            <a:fld id="{34459720-2A4C-D342-9515-00AC0588A96C}" type="datetimeFigureOut">
              <a:rPr lang="en-US" smtClean="0"/>
              <a:pPr/>
              <a:t>4/22/26</a:t>
            </a:fld>
            <a:endParaRPr lang="en-US" dirty="0"/>
          </a:p>
        </p:txBody>
      </p:sp>
      <p:sp>
        <p:nvSpPr>
          <p:cNvPr id="4" name="Footer Placeholder 6">
            <a:extLst>
              <a:ext uri="{FF2B5EF4-FFF2-40B4-BE49-F238E27FC236}">
                <a16:creationId xmlns:a16="http://schemas.microsoft.com/office/drawing/2014/main" id="{C3EDFC53-4628-443B-C420-419022E1866B}"/>
              </a:ext>
            </a:extLst>
          </p:cNvPr>
          <p:cNvSpPr>
            <a:spLocks noGrp="1"/>
          </p:cNvSpPr>
          <p:nvPr>
            <p:ph type="ftr" sz="quarter" idx="3"/>
          </p:nvPr>
        </p:nvSpPr>
        <p:spPr>
          <a:xfrm>
            <a:off x="555265" y="6556499"/>
            <a:ext cx="4114800" cy="182799"/>
          </a:xfrm>
          <a:prstGeom prst="rect">
            <a:avLst/>
          </a:prstGeom>
        </p:spPr>
        <p:txBody>
          <a:bodyPr vert="horz" lIns="91440" tIns="45720" rIns="91440" bIns="45720" rtlCol="0" anchor="ctr"/>
          <a:lstStyle>
            <a:lvl1pPr algn="l">
              <a:defRPr sz="1200" baseline="0">
                <a:solidFill>
                  <a:schemeClr val="tx1"/>
                </a:solidFill>
              </a:defRPr>
            </a:lvl1pPr>
          </a:lstStyle>
          <a:p>
            <a:pPr algn="l"/>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58" r:id="rId1"/>
    <p:sldLayoutId id="2147483654" r:id="rId2"/>
    <p:sldLayoutId id="2147483671" r:id="rId3"/>
    <p:sldLayoutId id="2147483650" r:id="rId4"/>
    <p:sldLayoutId id="2147483651" r:id="rId5"/>
    <p:sldLayoutId id="2147483652" r:id="rId6"/>
    <p:sldLayoutId id="2147483653" r:id="rId7"/>
    <p:sldLayoutId id="2147483656" r:id="rId8"/>
    <p:sldLayoutId id="2147483657" r:id="rId9"/>
  </p:sldLayoutIdLst>
  <p:hf hdr="0" ftr="0"/>
  <p:txStyles>
    <p:titleStyle>
      <a:lvl1pPr algn="l" defTabSz="457189" rtl="0" eaLnBrk="1" latinLnBrk="0" hangingPunct="1">
        <a:spcBef>
          <a:spcPct val="0"/>
        </a:spcBef>
        <a:buNone/>
        <a:defRPr sz="2800" b="1" kern="1200" baseline="0">
          <a:solidFill>
            <a:schemeClr val="tx1"/>
          </a:solidFill>
          <a:latin typeface="+mj-lt"/>
          <a:ea typeface="+mj-ea"/>
          <a:cs typeface="+mj-cs"/>
        </a:defRPr>
      </a:lvl1pPr>
    </p:titleStyle>
    <p:bodyStyle>
      <a:lvl1pPr marL="0" indent="0" algn="l" defTabSz="457189" rtl="0" eaLnBrk="1" latinLnBrk="0" hangingPunct="1">
        <a:spcBef>
          <a:spcPct val="20000"/>
        </a:spcBef>
        <a:buFont typeface="Arial"/>
        <a:buNone/>
        <a:defRPr sz="2800" b="0" kern="1200" baseline="0">
          <a:solidFill>
            <a:schemeClr val="tx1"/>
          </a:solidFill>
          <a:latin typeface="Poppins" pitchFamily="2" charset="77"/>
          <a:ea typeface="+mn-ea"/>
          <a:cs typeface="+mn-cs"/>
        </a:defRPr>
      </a:lvl1pPr>
      <a:lvl2pPr marL="457200" indent="-228600" algn="l" defTabSz="457189" rtl="0" eaLnBrk="1" latinLnBrk="0" hangingPunct="1">
        <a:spcBef>
          <a:spcPct val="20000"/>
        </a:spcBef>
        <a:buFont typeface="Arial" panose="020B0604020202020204" pitchFamily="34" charset="0"/>
        <a:buChar char="•"/>
        <a:defRPr sz="2400" kern="1200" baseline="0">
          <a:solidFill>
            <a:schemeClr val="tx1"/>
          </a:solidFill>
          <a:latin typeface="Poppins" pitchFamily="2" charset="77"/>
          <a:ea typeface="+mn-ea"/>
          <a:cs typeface="+mn-cs"/>
        </a:defRPr>
      </a:lvl2pPr>
      <a:lvl3pPr marL="914400" indent="-228600" algn="l" defTabSz="457189" rtl="0" eaLnBrk="1" latinLnBrk="0" hangingPunct="1">
        <a:spcBef>
          <a:spcPct val="20000"/>
        </a:spcBef>
        <a:buFont typeface="Wingdings" pitchFamily="2" charset="2"/>
        <a:buChar char="§"/>
        <a:defRPr sz="2000" kern="1200" baseline="0">
          <a:solidFill>
            <a:schemeClr val="tx1"/>
          </a:solidFill>
          <a:latin typeface="Poppins" pitchFamily="2" charset="77"/>
          <a:ea typeface="+mn-ea"/>
          <a:cs typeface="+mn-cs"/>
        </a:defRPr>
      </a:lvl3pPr>
      <a:lvl4pPr marL="1371600" indent="-228600" algn="l" defTabSz="457189" rtl="0" eaLnBrk="1" latinLnBrk="0" hangingPunct="1">
        <a:spcBef>
          <a:spcPct val="20000"/>
        </a:spcBef>
        <a:buFont typeface="Arial"/>
        <a:buChar char="–"/>
        <a:defRPr sz="1800" kern="1200" baseline="0">
          <a:solidFill>
            <a:schemeClr val="tx1"/>
          </a:solidFill>
          <a:latin typeface="Poppins" pitchFamily="2" charset="77"/>
          <a:ea typeface="+mn-ea"/>
          <a:cs typeface="+mn-cs"/>
        </a:defRPr>
      </a:lvl4pPr>
      <a:lvl5pPr marL="1828800" indent="-228600" algn="l" defTabSz="457189" rtl="0" eaLnBrk="1" latinLnBrk="0" hangingPunct="1">
        <a:spcBef>
          <a:spcPct val="20000"/>
        </a:spcBef>
        <a:buFont typeface="Arial"/>
        <a:buChar char="»"/>
        <a:defRPr sz="1400" kern="1200" baseline="0">
          <a:solidFill>
            <a:schemeClr val="tx1"/>
          </a:solidFill>
          <a:latin typeface="Poppins" pitchFamily="2" charset="77"/>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07A675D-01D0-DD4C-5F6E-1DA05F611123}"/>
              </a:ext>
            </a:extLst>
          </p:cNvPr>
          <p:cNvSpPr>
            <a:spLocks noGrp="1"/>
          </p:cNvSpPr>
          <p:nvPr>
            <p:ph type="sldNum" idx="4"/>
          </p:nvPr>
        </p:nvSpPr>
        <p:spPr>
          <a:xfrm>
            <a:off x="11409045" y="6333135"/>
            <a:ext cx="731600" cy="524800"/>
          </a:xfrm>
          <a:prstGeom prst="rect">
            <a:avLst/>
          </a:prstGeom>
        </p:spPr>
        <p:txBody>
          <a:bodyPr/>
          <a:lstStyle/>
          <a:p>
            <a:fld id="{C5EF2332-01BF-834F-8236-50238282D533}" type="slidenum">
              <a:rPr lang="en-US" smtClean="0"/>
              <a:t>1</a:t>
            </a:fld>
            <a:endParaRPr lang="en-US"/>
          </a:p>
        </p:txBody>
      </p:sp>
      <p:sp>
        <p:nvSpPr>
          <p:cNvPr id="6" name="Google Shape;87;p13">
            <a:extLst>
              <a:ext uri="{FF2B5EF4-FFF2-40B4-BE49-F238E27FC236}">
                <a16:creationId xmlns:a16="http://schemas.microsoft.com/office/drawing/2014/main" id="{0D720EB8-2D4B-3F10-ACFC-E726EA794C6A}"/>
              </a:ext>
            </a:extLst>
          </p:cNvPr>
          <p:cNvSpPr/>
          <p:nvPr/>
        </p:nvSpPr>
        <p:spPr>
          <a:xfrm>
            <a:off x="0" y="3624956"/>
            <a:ext cx="155400" cy="15564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7" name="Google Shape;88;p13">
            <a:extLst>
              <a:ext uri="{FF2B5EF4-FFF2-40B4-BE49-F238E27FC236}">
                <a16:creationId xmlns:a16="http://schemas.microsoft.com/office/drawing/2014/main" id="{596C5206-B323-6404-16D8-21DB74188FFA}"/>
              </a:ext>
            </a:extLst>
          </p:cNvPr>
          <p:cNvSpPr txBox="1"/>
          <p:nvPr/>
        </p:nvSpPr>
        <p:spPr>
          <a:xfrm>
            <a:off x="691025" y="2928056"/>
            <a:ext cx="3886200" cy="2950500"/>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700"/>
              </a:spcBef>
              <a:spcAft>
                <a:spcPts val="0"/>
              </a:spcAft>
              <a:buNone/>
            </a:pPr>
            <a:r>
              <a:rPr lang="en" sz="2800" b="1" dirty="0">
                <a:solidFill>
                  <a:schemeClr val="dk1"/>
                </a:solidFill>
                <a:latin typeface="Poppins"/>
                <a:ea typeface="Poppins"/>
                <a:cs typeface="Poppins"/>
                <a:sym typeface="Poppins"/>
              </a:rPr>
              <a:t>Shorter title and cover content lorem sit ipsum</a:t>
            </a:r>
            <a:endParaRPr sz="1600" b="1" dirty="0">
              <a:solidFill>
                <a:schemeClr val="dk1"/>
              </a:solidFill>
              <a:latin typeface="Poppins"/>
              <a:ea typeface="Poppins"/>
              <a:cs typeface="Poppins"/>
              <a:sym typeface="Poppins"/>
            </a:endParaRPr>
          </a:p>
          <a:p>
            <a:pPr marL="0" lvl="0" indent="0" algn="l" rtl="0">
              <a:spcBef>
                <a:spcPts val="0"/>
              </a:spcBef>
              <a:spcAft>
                <a:spcPts val="0"/>
              </a:spcAft>
              <a:buNone/>
            </a:pPr>
            <a:endParaRPr sz="1600" b="1" dirty="0">
              <a:solidFill>
                <a:schemeClr val="dk1"/>
              </a:solidFill>
              <a:latin typeface="Poppins"/>
              <a:ea typeface="Poppins"/>
              <a:cs typeface="Poppins"/>
              <a:sym typeface="Poppins"/>
            </a:endParaRPr>
          </a:p>
          <a:p>
            <a:pPr marL="0" lvl="0" indent="0" algn="l" rtl="0">
              <a:spcBef>
                <a:spcPts val="0"/>
              </a:spcBef>
              <a:spcAft>
                <a:spcPts val="0"/>
              </a:spcAft>
              <a:buNone/>
            </a:pPr>
            <a:endParaRPr sz="1600" b="1" dirty="0">
              <a:solidFill>
                <a:schemeClr val="dk1"/>
              </a:solidFill>
              <a:latin typeface="Poppins"/>
              <a:ea typeface="Poppins"/>
              <a:cs typeface="Poppins"/>
              <a:sym typeface="Poppins"/>
            </a:endParaRPr>
          </a:p>
          <a:p>
            <a:pPr marL="0" lvl="0" indent="0" algn="l" rtl="0">
              <a:spcBef>
                <a:spcPts val="0"/>
              </a:spcBef>
              <a:spcAft>
                <a:spcPts val="0"/>
              </a:spcAft>
              <a:buNone/>
            </a:pPr>
            <a:r>
              <a:rPr lang="en" sz="1600" b="1" dirty="0">
                <a:solidFill>
                  <a:schemeClr val="dk1"/>
                </a:solidFill>
                <a:latin typeface="Poppins"/>
                <a:ea typeface="Poppins"/>
                <a:cs typeface="Poppins"/>
                <a:sym typeface="Poppins"/>
              </a:rPr>
              <a:t>Presenter Name(s) Here</a:t>
            </a:r>
            <a:endParaRPr sz="1600" b="1" dirty="0">
              <a:solidFill>
                <a:schemeClr val="dk1"/>
              </a:solidFill>
              <a:latin typeface="Poppins"/>
              <a:ea typeface="Poppins"/>
              <a:cs typeface="Poppins"/>
              <a:sym typeface="Poppins"/>
            </a:endParaRPr>
          </a:p>
          <a:p>
            <a:pPr marL="0" lvl="0" indent="0" algn="l" rtl="0">
              <a:spcBef>
                <a:spcPts val="0"/>
              </a:spcBef>
              <a:spcAft>
                <a:spcPts val="500"/>
              </a:spcAft>
              <a:buNone/>
            </a:pPr>
            <a:r>
              <a:rPr lang="en" sz="1600" dirty="0">
                <a:solidFill>
                  <a:schemeClr val="dk1"/>
                </a:solidFill>
                <a:latin typeface="Poppins"/>
                <a:ea typeface="Poppins"/>
                <a:cs typeface="Poppins"/>
                <a:sym typeface="Poppins"/>
              </a:rPr>
              <a:t>Presenter Title </a:t>
            </a:r>
            <a:r>
              <a:rPr lang="en" sz="1600" dirty="0" err="1">
                <a:solidFill>
                  <a:schemeClr val="dk1"/>
                </a:solidFill>
                <a:latin typeface="Poppins"/>
                <a:ea typeface="Poppins"/>
                <a:cs typeface="Poppins"/>
                <a:sym typeface="Poppins"/>
              </a:rPr>
              <a:t>nonummy</a:t>
            </a:r>
            <a:r>
              <a:rPr lang="en" sz="1600" dirty="0">
                <a:solidFill>
                  <a:schemeClr val="dk1"/>
                </a:solidFill>
                <a:latin typeface="Poppins"/>
                <a:ea typeface="Poppins"/>
                <a:cs typeface="Poppins"/>
                <a:sym typeface="Poppins"/>
              </a:rPr>
              <a:t> </a:t>
            </a:r>
            <a:r>
              <a:rPr lang="en" sz="1600" dirty="0" err="1">
                <a:solidFill>
                  <a:schemeClr val="dk1"/>
                </a:solidFill>
                <a:latin typeface="Poppins"/>
                <a:ea typeface="Poppins"/>
                <a:cs typeface="Poppins"/>
                <a:sym typeface="Poppins"/>
              </a:rPr>
              <a:t>cilum</a:t>
            </a:r>
            <a:r>
              <a:rPr lang="en" sz="1600" dirty="0">
                <a:solidFill>
                  <a:schemeClr val="dk1"/>
                </a:solidFill>
                <a:latin typeface="Poppins"/>
                <a:ea typeface="Poppins"/>
                <a:cs typeface="Poppins"/>
                <a:sym typeface="Poppins"/>
              </a:rPr>
              <a:t> </a:t>
            </a:r>
            <a:r>
              <a:rPr lang="en" sz="1600" dirty="0" err="1">
                <a:solidFill>
                  <a:schemeClr val="dk1"/>
                </a:solidFill>
                <a:latin typeface="Poppins"/>
                <a:ea typeface="Poppins"/>
                <a:cs typeface="Poppins"/>
                <a:sym typeface="Poppins"/>
              </a:rPr>
              <a:t>ut</a:t>
            </a:r>
            <a:r>
              <a:rPr lang="en" sz="1600" dirty="0">
                <a:solidFill>
                  <a:schemeClr val="dk1"/>
                </a:solidFill>
                <a:latin typeface="Poppins"/>
                <a:ea typeface="Poppins"/>
                <a:cs typeface="Poppins"/>
                <a:sym typeface="Poppins"/>
              </a:rPr>
              <a:t> labore</a:t>
            </a:r>
            <a:endParaRPr dirty="0">
              <a:solidFill>
                <a:schemeClr val="dk1"/>
              </a:solidFill>
              <a:latin typeface="Poppins"/>
              <a:ea typeface="Poppins"/>
              <a:cs typeface="Poppins"/>
              <a:sym typeface="Poppins"/>
            </a:endParaRPr>
          </a:p>
        </p:txBody>
      </p:sp>
      <p:cxnSp>
        <p:nvCxnSpPr>
          <p:cNvPr id="10" name="Google Shape;89;p13">
            <a:extLst>
              <a:ext uri="{FF2B5EF4-FFF2-40B4-BE49-F238E27FC236}">
                <a16:creationId xmlns:a16="http://schemas.microsoft.com/office/drawing/2014/main" id="{73E36900-1E4E-63A1-1871-2D2A7010F0E4}"/>
              </a:ext>
            </a:extLst>
          </p:cNvPr>
          <p:cNvCxnSpPr/>
          <p:nvPr/>
        </p:nvCxnSpPr>
        <p:spPr>
          <a:xfrm>
            <a:off x="691024" y="4694140"/>
            <a:ext cx="6039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258611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CCCC822-28CF-6D5E-AF56-499D36CA079C}"/>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195F48F4-D1DD-B2ED-F838-7C40252CF4A4}"/>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07BEB894-8135-A0C4-B809-0D7C441C2A34}"/>
              </a:ext>
            </a:extLst>
          </p:cNvPr>
          <p:cNvSpPr>
            <a:spLocks noGrp="1"/>
          </p:cNvSpPr>
          <p:nvPr>
            <p:ph type="sldNum" sz="quarter" idx="4"/>
          </p:nvPr>
        </p:nvSpPr>
        <p:spPr/>
        <p:txBody>
          <a:bodyPr/>
          <a:lstStyle/>
          <a:p>
            <a:fld id="{C5EF2332-01BF-834F-8236-50238282D533}" type="slidenum">
              <a:rPr lang="en-US" smtClean="0"/>
              <a:pPr/>
              <a:t>2</a:t>
            </a:fld>
            <a:endParaRPr lang="en-US" dirty="0">
              <a:solidFill>
                <a:schemeClr val="tx1"/>
              </a:solidFill>
            </a:endParaRPr>
          </a:p>
        </p:txBody>
      </p:sp>
    </p:spTree>
    <p:extLst>
      <p:ext uri="{BB962C8B-B14F-4D97-AF65-F5344CB8AC3E}">
        <p14:creationId xmlns:p14="http://schemas.microsoft.com/office/powerpoint/2010/main" val="2851739403"/>
      </p:ext>
    </p:extLst>
  </p:cSld>
  <p:clrMapOvr>
    <a:masterClrMapping/>
  </p:clrMapOvr>
</p:sld>
</file>

<file path=ppt/theme/theme1.xml><?xml version="1.0" encoding="utf-8"?>
<a:theme xmlns:a="http://schemas.openxmlformats.org/drawingml/2006/main" name="NCAR Theme">
  <a:themeElements>
    <a:clrScheme name="NCAR_UCAR_Colors_2026">
      <a:dk1>
        <a:srgbClr val="00357A"/>
      </a:dk1>
      <a:lt1>
        <a:srgbClr val="FFFFFF"/>
      </a:lt1>
      <a:dk2>
        <a:srgbClr val="0057C2"/>
      </a:dk2>
      <a:lt2>
        <a:srgbClr val="F1F0EE"/>
      </a:lt2>
      <a:accent1>
        <a:srgbClr val="42C0FF"/>
      </a:accent1>
      <a:accent2>
        <a:srgbClr val="971B21"/>
      </a:accent2>
      <a:accent3>
        <a:srgbClr val="E81D25"/>
      </a:accent3>
      <a:accent4>
        <a:srgbClr val="FAA119"/>
      </a:accent4>
      <a:accent5>
        <a:srgbClr val="FDD509"/>
      </a:accent5>
      <a:accent6>
        <a:srgbClr val="FBE99C"/>
      </a:accent6>
      <a:hlink>
        <a:srgbClr val="0092DB"/>
      </a:hlink>
      <a:folHlink>
        <a:srgbClr val="0097A7"/>
      </a:folHlink>
    </a:clrScheme>
    <a:fontScheme name="Poppins">
      <a:majorFont>
        <a:latin typeface="Poppins"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626</TotalTime>
  <Words>22</Words>
  <Application>Microsoft Macintosh PowerPoint</Application>
  <PresentationFormat>Widescreen</PresentationFormat>
  <Paragraphs>7</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Wingdings</vt:lpstr>
      <vt:lpstr>Poppins</vt:lpstr>
      <vt:lpstr>NCAR Theme</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Office Theme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keywords/>
  <cp:lastModifiedBy>Ben Kirk</cp:lastModifiedBy>
  <cp:revision>67</cp:revision>
  <dcterms:created xsi:type="dcterms:W3CDTF">2024-02-22T20:20:40Z</dcterms:created>
  <dcterms:modified xsi:type="dcterms:W3CDTF">2026-04-23T02:04:13Z</dcterms:modified>
</cp:coreProperties>
</file>